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6" r:id="rId3"/>
    <p:sldId id="276"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D7D3"/>
    <a:srgbClr val="F8B1C5"/>
    <a:srgbClr val="AFAEE4"/>
    <a:srgbClr val="EE9BBF"/>
    <a:srgbClr val="63B9AE"/>
    <a:srgbClr val="F6B90F"/>
    <a:srgbClr val="FAFAFA"/>
    <a:srgbClr val="5B9BD5"/>
    <a:srgbClr val="1BAA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9" d="100"/>
          <a:sy n="89" d="100"/>
        </p:scale>
        <p:origin x="88" y="6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ea typeface="Arial" panose="020B0604020202020204" pitchFamily="3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1pPr>
    <a:lvl2pPr marL="4572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2pPr>
    <a:lvl3pPr marL="9144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3pPr>
    <a:lvl4pPr marL="13716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4pPr>
    <a:lvl5pPr marL="18288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81" name="文本框 80"/>
          <p:cNvSpPr txBox="1"/>
          <p:nvPr/>
        </p:nvSpPr>
        <p:spPr>
          <a:xfrm>
            <a:off x="2674536" y="2383467"/>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Memphis Template</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82" name="文本框 81"/>
          <p:cNvSpPr txBox="1"/>
          <p:nvPr>
            <p:custDataLst>
              <p:tags r:id="rId1"/>
            </p:custDataLst>
          </p:nvPr>
        </p:nvSpPr>
        <p:spPr>
          <a:xfrm>
            <a:off x="2550065" y="3541180"/>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10" name="组合 9"/>
          <p:cNvGrpSpPr/>
          <p:nvPr/>
        </p:nvGrpSpPr>
        <p:grpSpPr>
          <a:xfrm rot="14992916">
            <a:off x="-1053103" y="3922946"/>
            <a:ext cx="4212431" cy="4037672"/>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81" name="文本框 80"/>
          <p:cNvSpPr txBox="1"/>
          <p:nvPr/>
        </p:nvSpPr>
        <p:spPr>
          <a:xfrm>
            <a:off x="2674536" y="2383467"/>
            <a:ext cx="6831426" cy="923330"/>
          </a:xfrm>
          <a:prstGeom prst="rect">
            <a:avLst/>
          </a:prstGeom>
          <a:noFill/>
        </p:spPr>
        <p:txBody>
          <a:bodyPr wrap="square" rtlCol="0">
            <a:spAutoFit/>
          </a:bodyPr>
          <a:lstStyle/>
          <a:p>
            <a:pPr algn="ctr"/>
            <a:r>
              <a:rPr lang="zh-CN" altLang="en-US" sz="5400">
                <a:solidFill>
                  <a:schemeClr val="tx1">
                    <a:lumMod val="50000"/>
                    <a:lumOff val="50000"/>
                  </a:schemeClr>
                </a:solidFill>
                <a:latin typeface="Arial" panose="020B0604020202020204" pitchFamily="34" charset="0"/>
                <a:cs typeface="Arial" panose="020B0604020202020204" pitchFamily="34" charset="0"/>
              </a:rPr>
              <a:t>小清新简约色彩模板</a:t>
            </a:r>
            <a:endParaRPr lang="zh-CN" altLang="en-US" sz="5400">
              <a:solidFill>
                <a:schemeClr val="tx1">
                  <a:lumMod val="50000"/>
                  <a:lumOff val="50000"/>
                </a:schemeClr>
              </a:solidFill>
              <a:latin typeface="Arial" panose="020B0604020202020204" pitchFamily="34" charset="0"/>
              <a:cs typeface="Arial" panose="020B0604020202020204" pitchFamily="34" charset="0"/>
            </a:endParaRPr>
          </a:p>
        </p:txBody>
      </p:sp>
      <p:sp>
        <p:nvSpPr>
          <p:cNvPr id="82" name="文本框 81"/>
          <p:cNvSpPr txBox="1"/>
          <p:nvPr>
            <p:custDataLst>
              <p:tags r:id="rId1"/>
            </p:custDataLst>
          </p:nvPr>
        </p:nvSpPr>
        <p:spPr>
          <a:xfrm>
            <a:off x="2550065" y="3541180"/>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10" name="组合 9"/>
          <p:cNvGrpSpPr/>
          <p:nvPr/>
        </p:nvGrpSpPr>
        <p:grpSpPr>
          <a:xfrm rot="14992916">
            <a:off x="-1053103" y="3922946"/>
            <a:ext cx="4212431" cy="4037672"/>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grpSp>
        <p:nvGrpSpPr>
          <p:cNvPr id="10" name="组合 9"/>
          <p:cNvGrpSpPr/>
          <p:nvPr/>
        </p:nvGrpSpPr>
        <p:grpSpPr>
          <a:xfrm rot="14992916">
            <a:off x="-712412" y="4755954"/>
            <a:ext cx="2613255" cy="2504840"/>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文本框 45"/>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Contents</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47" name="文本框 46"/>
          <p:cNvSpPr txBox="1"/>
          <p:nvPr>
            <p:custDataLst>
              <p:tags r:id="rId1"/>
            </p:custDataLst>
          </p:nvPr>
        </p:nvSpPr>
        <p:spPr>
          <a:xfrm>
            <a:off x="6849617" y="3340870"/>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
        <p:nvSpPr>
          <p:cNvPr id="48" name="文本框 47"/>
          <p:cNvSpPr txBox="1"/>
          <p:nvPr>
            <p:custDataLst>
              <p:tags r:id="rId2"/>
            </p:custDataLst>
          </p:nvPr>
        </p:nvSpPr>
        <p:spPr>
          <a:xfrm>
            <a:off x="2731098" y="3340870"/>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
        <p:nvSpPr>
          <p:cNvPr id="49" name="文本框 48"/>
          <p:cNvSpPr txBox="1"/>
          <p:nvPr>
            <p:custDataLst>
              <p:tags r:id="rId3"/>
            </p:custDataLst>
          </p:nvPr>
        </p:nvSpPr>
        <p:spPr>
          <a:xfrm>
            <a:off x="6849617" y="4264383"/>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
        <p:nvSpPr>
          <p:cNvPr id="52" name="文本框 51"/>
          <p:cNvSpPr txBox="1"/>
          <p:nvPr>
            <p:custDataLst>
              <p:tags r:id="rId4"/>
            </p:custDataLst>
          </p:nvPr>
        </p:nvSpPr>
        <p:spPr>
          <a:xfrm>
            <a:off x="2731098" y="4264383"/>
            <a:ext cx="2611285" cy="450829"/>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r>
              <a:rPr lang="en-US" altLang="zh-CN" sz="2000" dirty="0">
                <a:solidFill>
                  <a:schemeClr val="tx1">
                    <a:lumMod val="50000"/>
                    <a:lumOff val="50000"/>
                  </a:schemeClr>
                </a:solidFill>
                <a:ea typeface="Arial" panose="020B0604020202020204" pitchFamily="34" charset="0"/>
                <a:sym typeface="+mn-ea"/>
              </a:rPr>
              <a:t>Click here to </a:t>
            </a:r>
            <a:r>
              <a:rPr lang="en-US" altLang="zh-CN" sz="2000">
                <a:solidFill>
                  <a:schemeClr val="tx1">
                    <a:lumMod val="50000"/>
                    <a:lumOff val="50000"/>
                  </a:schemeClr>
                </a:solidFill>
                <a:ea typeface="Arial" panose="020B0604020202020204" pitchFamily="34" charset="0"/>
                <a:sym typeface="+mn-ea"/>
              </a:rPr>
              <a:t>add text</a:t>
            </a:r>
            <a:endParaRPr lang="zh-CN" altLang="en-US" sz="2000" dirty="0">
              <a:solidFill>
                <a:schemeClr val="tx1">
                  <a:lumMod val="50000"/>
                  <a:lumOff val="50000"/>
                </a:schemeClr>
              </a:solidFill>
              <a:ea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01</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Group 24259"/>
          <p:cNvGrpSpPr/>
          <p:nvPr/>
        </p:nvGrpSpPr>
        <p:grpSpPr>
          <a:xfrm>
            <a:off x="4763787" y="2358256"/>
            <a:ext cx="2664426" cy="2659659"/>
            <a:chOff x="0" y="0"/>
            <a:chExt cx="4955521" cy="4946651"/>
          </a:xfrm>
        </p:grpSpPr>
        <p:sp>
          <p:nvSpPr>
            <p:cNvPr id="52" name="Shape 24245"/>
            <p:cNvSpPr/>
            <p:nvPr/>
          </p:nvSpPr>
          <p:spPr>
            <a:xfrm>
              <a:off x="255260" y="250825"/>
              <a:ext cx="4445001" cy="4445001"/>
            </a:xfrm>
            <a:prstGeom prst="ellipse">
              <a:avLst/>
            </a:prstGeom>
            <a:noFill/>
            <a:ln w="63500" cap="flat">
              <a:solidFill>
                <a:srgbClr val="B9B9B9"/>
              </a:solidFill>
              <a:prstDash val="solid"/>
              <a:miter lim="400000"/>
            </a:ln>
            <a:effectLst/>
          </p:spPr>
          <p:txBody>
            <a:bodyPr wrap="square" lIns="0" tIns="0" rIns="0" bIns="0" numCol="1" anchor="t">
              <a:noAutofit/>
            </a:bodyPr>
            <a:lstStyle/>
            <a:p/>
          </p:txBody>
        </p:sp>
        <p:grpSp>
          <p:nvGrpSpPr>
            <p:cNvPr id="77" name="Group 24248"/>
            <p:cNvGrpSpPr/>
            <p:nvPr/>
          </p:nvGrpSpPr>
          <p:grpSpPr>
            <a:xfrm>
              <a:off x="3049798" y="0"/>
              <a:ext cx="1905724" cy="1905005"/>
              <a:chOff x="0" y="0"/>
              <a:chExt cx="1905722" cy="1905004"/>
            </a:xfrm>
          </p:grpSpPr>
          <p:sp>
            <p:nvSpPr>
              <p:cNvPr id="92" name="Shape 24246"/>
              <p:cNvSpPr/>
              <p:nvPr/>
            </p:nvSpPr>
            <p:spPr>
              <a:xfrm>
                <a:off x="-1" y="0"/>
                <a:ext cx="1905724" cy="1905005"/>
              </a:xfrm>
              <a:custGeom>
                <a:avLst/>
                <a:gdLst/>
                <a:ahLst/>
                <a:cxnLst>
                  <a:cxn ang="0">
                    <a:pos x="wd2" y="hd2"/>
                  </a:cxn>
                  <a:cxn ang="5400000">
                    <a:pos x="wd2" y="hd2"/>
                  </a:cxn>
                  <a:cxn ang="10800000">
                    <a:pos x="wd2" y="hd2"/>
                  </a:cxn>
                  <a:cxn ang="16200000">
                    <a:pos x="wd2" y="hd2"/>
                  </a:cxn>
                </a:cxnLst>
                <a:rect l="0" t="0" r="r" b="b"/>
                <a:pathLst>
                  <a:path w="20496" h="21591" extrusionOk="0">
                    <a:moveTo>
                      <a:pt x="10253" y="0"/>
                    </a:moveTo>
                    <a:cubicBezTo>
                      <a:pt x="7629" y="1"/>
                      <a:pt x="5009" y="1059"/>
                      <a:pt x="3009" y="3162"/>
                    </a:cubicBezTo>
                    <a:cubicBezTo>
                      <a:pt x="914" y="5366"/>
                      <a:pt x="-103" y="8212"/>
                      <a:pt x="9" y="11223"/>
                    </a:cubicBezTo>
                    <a:lnTo>
                      <a:pt x="9" y="21591"/>
                    </a:lnTo>
                    <a:lnTo>
                      <a:pt x="10223" y="21591"/>
                    </a:lnTo>
                    <a:cubicBezTo>
                      <a:pt x="12855" y="21599"/>
                      <a:pt x="15489" y="20545"/>
                      <a:pt x="17497" y="18429"/>
                    </a:cubicBezTo>
                    <a:cubicBezTo>
                      <a:pt x="21497" y="14213"/>
                      <a:pt x="21497" y="7378"/>
                      <a:pt x="17497" y="3162"/>
                    </a:cubicBezTo>
                    <a:cubicBezTo>
                      <a:pt x="15496" y="1054"/>
                      <a:pt x="12875" y="-1"/>
                      <a:pt x="10253"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93" name="Shape 24247"/>
              <p:cNvSpPr/>
              <p:nvPr/>
            </p:nvSpPr>
            <p:spPr>
              <a:xfrm>
                <a:off x="635135" y="634778"/>
                <a:ext cx="635453" cy="635448"/>
              </a:xfrm>
              <a:custGeom>
                <a:avLst/>
                <a:gdLst/>
                <a:ahLst/>
                <a:cxnLst>
                  <a:cxn ang="0">
                    <a:pos x="wd2" y="hd2"/>
                  </a:cxn>
                  <a:cxn ang="5400000">
                    <a:pos x="wd2" y="hd2"/>
                  </a:cxn>
                  <a:cxn ang="10800000">
                    <a:pos x="wd2" y="hd2"/>
                  </a:cxn>
                  <a:cxn ang="16200000">
                    <a:pos x="wd2" y="hd2"/>
                  </a:cxn>
                </a:cxnLst>
                <a:rect l="0" t="0" r="r" b="b"/>
                <a:pathLst>
                  <a:path w="21600" h="21600" extrusionOk="0">
                    <a:moveTo>
                      <a:pt x="10800" y="17554"/>
                    </a:moveTo>
                    <a:cubicBezTo>
                      <a:pt x="7073" y="17554"/>
                      <a:pt x="4046" y="14531"/>
                      <a:pt x="4046" y="10800"/>
                    </a:cubicBezTo>
                    <a:cubicBezTo>
                      <a:pt x="4046" y="7070"/>
                      <a:pt x="7073" y="4047"/>
                      <a:pt x="10800" y="4047"/>
                    </a:cubicBezTo>
                    <a:cubicBezTo>
                      <a:pt x="14530" y="4047"/>
                      <a:pt x="17553" y="7070"/>
                      <a:pt x="17553" y="10800"/>
                    </a:cubicBezTo>
                    <a:cubicBezTo>
                      <a:pt x="17553" y="14531"/>
                      <a:pt x="14530" y="17554"/>
                      <a:pt x="10800" y="17554"/>
                    </a:cubicBezTo>
                    <a:close/>
                    <a:moveTo>
                      <a:pt x="19739" y="9168"/>
                    </a:moveTo>
                    <a:lnTo>
                      <a:pt x="19652" y="9160"/>
                    </a:lnTo>
                    <a:cubicBezTo>
                      <a:pt x="19419" y="7896"/>
                      <a:pt x="18921" y="6718"/>
                      <a:pt x="18213" y="5698"/>
                    </a:cubicBezTo>
                    <a:lnTo>
                      <a:pt x="18273" y="5627"/>
                    </a:lnTo>
                    <a:lnTo>
                      <a:pt x="19458" y="4181"/>
                    </a:lnTo>
                    <a:lnTo>
                      <a:pt x="17415" y="2138"/>
                    </a:lnTo>
                    <a:lnTo>
                      <a:pt x="15969" y="3323"/>
                    </a:lnTo>
                    <a:lnTo>
                      <a:pt x="15898" y="3383"/>
                    </a:lnTo>
                    <a:cubicBezTo>
                      <a:pt x="14878" y="2679"/>
                      <a:pt x="13705" y="2181"/>
                      <a:pt x="12436" y="1948"/>
                    </a:cubicBezTo>
                    <a:lnTo>
                      <a:pt x="12428" y="1857"/>
                    </a:lnTo>
                    <a:lnTo>
                      <a:pt x="12243" y="0"/>
                    </a:lnTo>
                    <a:lnTo>
                      <a:pt x="9354" y="0"/>
                    </a:lnTo>
                    <a:lnTo>
                      <a:pt x="9168" y="1861"/>
                    </a:lnTo>
                    <a:lnTo>
                      <a:pt x="9160" y="1952"/>
                    </a:lnTo>
                    <a:cubicBezTo>
                      <a:pt x="7895" y="2185"/>
                      <a:pt x="6722" y="2679"/>
                      <a:pt x="5698" y="3387"/>
                    </a:cubicBezTo>
                    <a:lnTo>
                      <a:pt x="5627" y="3328"/>
                    </a:lnTo>
                    <a:lnTo>
                      <a:pt x="4181" y="2146"/>
                    </a:lnTo>
                    <a:lnTo>
                      <a:pt x="2138" y="4185"/>
                    </a:lnTo>
                    <a:lnTo>
                      <a:pt x="3323" y="5631"/>
                    </a:lnTo>
                    <a:lnTo>
                      <a:pt x="3383" y="5702"/>
                    </a:lnTo>
                    <a:cubicBezTo>
                      <a:pt x="2679" y="6722"/>
                      <a:pt x="2181" y="7899"/>
                      <a:pt x="1952" y="9165"/>
                    </a:cubicBezTo>
                    <a:lnTo>
                      <a:pt x="1857" y="9172"/>
                    </a:lnTo>
                    <a:lnTo>
                      <a:pt x="0" y="9362"/>
                    </a:lnTo>
                    <a:lnTo>
                      <a:pt x="0" y="12246"/>
                    </a:lnTo>
                    <a:lnTo>
                      <a:pt x="1861" y="12432"/>
                    </a:lnTo>
                    <a:lnTo>
                      <a:pt x="1952" y="12440"/>
                    </a:lnTo>
                    <a:cubicBezTo>
                      <a:pt x="2185" y="13705"/>
                      <a:pt x="2683" y="14882"/>
                      <a:pt x="3387" y="15902"/>
                    </a:cubicBezTo>
                    <a:lnTo>
                      <a:pt x="3327" y="15973"/>
                    </a:lnTo>
                    <a:lnTo>
                      <a:pt x="2145" y="17419"/>
                    </a:lnTo>
                    <a:lnTo>
                      <a:pt x="4185" y="19463"/>
                    </a:lnTo>
                    <a:lnTo>
                      <a:pt x="5631" y="18277"/>
                    </a:lnTo>
                    <a:lnTo>
                      <a:pt x="5702" y="18218"/>
                    </a:lnTo>
                    <a:cubicBezTo>
                      <a:pt x="6722" y="18921"/>
                      <a:pt x="7899" y="19419"/>
                      <a:pt x="9164" y="19652"/>
                    </a:cubicBezTo>
                    <a:lnTo>
                      <a:pt x="9172" y="19743"/>
                    </a:lnTo>
                    <a:lnTo>
                      <a:pt x="9362" y="21600"/>
                    </a:lnTo>
                    <a:lnTo>
                      <a:pt x="12246" y="21600"/>
                    </a:lnTo>
                    <a:lnTo>
                      <a:pt x="12432" y="19739"/>
                    </a:lnTo>
                    <a:lnTo>
                      <a:pt x="12440" y="19652"/>
                    </a:lnTo>
                    <a:cubicBezTo>
                      <a:pt x="13708" y="19415"/>
                      <a:pt x="14882" y="18921"/>
                      <a:pt x="15901" y="18214"/>
                    </a:cubicBezTo>
                    <a:lnTo>
                      <a:pt x="15973" y="18273"/>
                    </a:lnTo>
                    <a:lnTo>
                      <a:pt x="17419" y="19458"/>
                    </a:lnTo>
                    <a:lnTo>
                      <a:pt x="19462" y="17415"/>
                    </a:lnTo>
                    <a:lnTo>
                      <a:pt x="18277" y="15969"/>
                    </a:lnTo>
                    <a:lnTo>
                      <a:pt x="18217" y="15898"/>
                    </a:lnTo>
                    <a:cubicBezTo>
                      <a:pt x="18921" y="14878"/>
                      <a:pt x="19419" y="13705"/>
                      <a:pt x="19652" y="12436"/>
                    </a:cubicBezTo>
                    <a:lnTo>
                      <a:pt x="19743" y="12428"/>
                    </a:lnTo>
                    <a:lnTo>
                      <a:pt x="21600" y="12239"/>
                    </a:lnTo>
                    <a:lnTo>
                      <a:pt x="21600" y="9354"/>
                    </a:lnTo>
                    <a:cubicBezTo>
                      <a:pt x="21600" y="9354"/>
                      <a:pt x="19739" y="9168"/>
                      <a:pt x="19739" y="9168"/>
                    </a:cubicBezTo>
                    <a:close/>
                  </a:path>
                </a:pathLst>
              </a:custGeom>
              <a:solidFill>
                <a:srgbClr val="FFFFFF"/>
              </a:solidFill>
              <a:ln w="12700" cap="flat">
                <a:noFill/>
                <a:miter lim="400000"/>
              </a:ln>
              <a:effectLst/>
            </p:spPr>
            <p:txBody>
              <a:bodyPr wrap="square" lIns="20092" tIns="20092" rIns="20092" bIns="20092" numCol="1" anchor="ctr">
                <a:noAutofit/>
              </a:bodyPr>
              <a:lstStyle/>
              <a:p>
                <a:pPr>
                  <a:spcBef>
                    <a:spcPts val="0"/>
                  </a:spcBef>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78" name="Group 24251"/>
            <p:cNvGrpSpPr/>
            <p:nvPr/>
          </p:nvGrpSpPr>
          <p:grpSpPr>
            <a:xfrm>
              <a:off x="3042284" y="3041647"/>
              <a:ext cx="1905724" cy="1905005"/>
              <a:chOff x="0" y="0"/>
              <a:chExt cx="1905722" cy="1905004"/>
            </a:xfrm>
          </p:grpSpPr>
          <p:sp>
            <p:nvSpPr>
              <p:cNvPr id="90" name="Shape 24249"/>
              <p:cNvSpPr/>
              <p:nvPr/>
            </p:nvSpPr>
            <p:spPr>
              <a:xfrm rot="10800000" flipH="1">
                <a:off x="-1" y="-1"/>
                <a:ext cx="1905724" cy="1905006"/>
              </a:xfrm>
              <a:custGeom>
                <a:avLst/>
                <a:gdLst/>
                <a:ahLst/>
                <a:cxnLst>
                  <a:cxn ang="0">
                    <a:pos x="wd2" y="hd2"/>
                  </a:cxn>
                  <a:cxn ang="5400000">
                    <a:pos x="wd2" y="hd2"/>
                  </a:cxn>
                  <a:cxn ang="10800000">
                    <a:pos x="wd2" y="hd2"/>
                  </a:cxn>
                  <a:cxn ang="16200000">
                    <a:pos x="wd2" y="hd2"/>
                  </a:cxn>
                </a:cxnLst>
                <a:rect l="0" t="0" r="r" b="b"/>
                <a:pathLst>
                  <a:path w="20496" h="21591" extrusionOk="0">
                    <a:moveTo>
                      <a:pt x="10253" y="0"/>
                    </a:moveTo>
                    <a:cubicBezTo>
                      <a:pt x="7629" y="1"/>
                      <a:pt x="5009" y="1059"/>
                      <a:pt x="3009" y="3162"/>
                    </a:cubicBezTo>
                    <a:cubicBezTo>
                      <a:pt x="914" y="5366"/>
                      <a:pt x="-103" y="8212"/>
                      <a:pt x="9" y="11223"/>
                    </a:cubicBezTo>
                    <a:lnTo>
                      <a:pt x="9" y="21591"/>
                    </a:lnTo>
                    <a:lnTo>
                      <a:pt x="10223" y="21591"/>
                    </a:lnTo>
                    <a:cubicBezTo>
                      <a:pt x="12855" y="21599"/>
                      <a:pt x="15489" y="20545"/>
                      <a:pt x="17497" y="18429"/>
                    </a:cubicBezTo>
                    <a:cubicBezTo>
                      <a:pt x="21497" y="14213"/>
                      <a:pt x="21497" y="7378"/>
                      <a:pt x="17497" y="3162"/>
                    </a:cubicBezTo>
                    <a:cubicBezTo>
                      <a:pt x="15496" y="1054"/>
                      <a:pt x="12875" y="-1"/>
                      <a:pt x="10253"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91" name="Shape 24250"/>
              <p:cNvSpPr/>
              <p:nvPr/>
            </p:nvSpPr>
            <p:spPr>
              <a:xfrm>
                <a:off x="676674" y="700433"/>
                <a:ext cx="552375" cy="504138"/>
              </a:xfrm>
              <a:custGeom>
                <a:avLst/>
                <a:gdLst/>
                <a:ahLst/>
                <a:cxnLst>
                  <a:cxn ang="0">
                    <a:pos x="wd2" y="hd2"/>
                  </a:cxn>
                  <a:cxn ang="5400000">
                    <a:pos x="wd2" y="hd2"/>
                  </a:cxn>
                  <a:cxn ang="10800000">
                    <a:pos x="wd2" y="hd2"/>
                  </a:cxn>
                  <a:cxn ang="16200000">
                    <a:pos x="wd2" y="hd2"/>
                  </a:cxn>
                </a:cxnLst>
                <a:rect l="0" t="0" r="r" b="b"/>
                <a:pathLst>
                  <a:path w="21077" h="21291" extrusionOk="0">
                    <a:moveTo>
                      <a:pt x="10681" y="21291"/>
                    </a:moveTo>
                    <a:cubicBezTo>
                      <a:pt x="10233" y="21291"/>
                      <a:pt x="9795" y="21121"/>
                      <a:pt x="9441" y="20803"/>
                    </a:cubicBezTo>
                    <a:lnTo>
                      <a:pt x="725" y="12955"/>
                    </a:lnTo>
                    <a:cubicBezTo>
                      <a:pt x="-117" y="12197"/>
                      <a:pt x="-244" y="10828"/>
                      <a:pt x="441" y="9895"/>
                    </a:cubicBezTo>
                    <a:cubicBezTo>
                      <a:pt x="1126" y="8965"/>
                      <a:pt x="2364" y="8824"/>
                      <a:pt x="3204" y="9581"/>
                    </a:cubicBezTo>
                    <a:lnTo>
                      <a:pt x="10095" y="15786"/>
                    </a:lnTo>
                    <a:lnTo>
                      <a:pt x="17391" y="1126"/>
                    </a:lnTo>
                    <a:cubicBezTo>
                      <a:pt x="17915" y="73"/>
                      <a:pt x="19111" y="-309"/>
                      <a:pt x="20059" y="271"/>
                    </a:cubicBezTo>
                    <a:cubicBezTo>
                      <a:pt x="21010" y="850"/>
                      <a:pt x="21356" y="2172"/>
                      <a:pt x="20832" y="3224"/>
                    </a:cubicBezTo>
                    <a:lnTo>
                      <a:pt x="12402" y="20166"/>
                    </a:lnTo>
                    <a:cubicBezTo>
                      <a:pt x="12121" y="20730"/>
                      <a:pt x="11628" y="21128"/>
                      <a:pt x="11056" y="21251"/>
                    </a:cubicBezTo>
                    <a:cubicBezTo>
                      <a:pt x="10932" y="21277"/>
                      <a:pt x="10806" y="21291"/>
                      <a:pt x="10681" y="21291"/>
                    </a:cubicBezTo>
                    <a:close/>
                  </a:path>
                </a:pathLst>
              </a:custGeom>
              <a:solidFill>
                <a:srgbClr val="FFFFFF"/>
              </a:solidFill>
              <a:ln w="12700" cap="flat">
                <a:noFill/>
                <a:miter lim="400000"/>
              </a:ln>
              <a:effectLst/>
            </p:spPr>
            <p:txBody>
              <a:bodyPr wrap="square" lIns="20092" tIns="20092" rIns="20092" bIns="20092" numCol="1" anchor="ctr">
                <a:noAutofit/>
              </a:bodyPr>
              <a:lstStyle/>
              <a:p>
                <a:pPr>
                  <a:spcBef>
                    <a:spcPts val="0"/>
                  </a:spcBef>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79" name="Group 24254"/>
            <p:cNvGrpSpPr/>
            <p:nvPr/>
          </p:nvGrpSpPr>
          <p:grpSpPr>
            <a:xfrm>
              <a:off x="0" y="3041647"/>
              <a:ext cx="1905723" cy="1905005"/>
              <a:chOff x="0" y="0"/>
              <a:chExt cx="1905722" cy="1905004"/>
            </a:xfrm>
          </p:grpSpPr>
          <p:sp>
            <p:nvSpPr>
              <p:cNvPr id="88" name="Shape 24252"/>
              <p:cNvSpPr/>
              <p:nvPr/>
            </p:nvSpPr>
            <p:spPr>
              <a:xfrm>
                <a:off x="-1" y="0"/>
                <a:ext cx="1905724" cy="1905005"/>
              </a:xfrm>
              <a:custGeom>
                <a:avLst/>
                <a:gdLst/>
                <a:ahLst/>
                <a:cxnLst>
                  <a:cxn ang="0">
                    <a:pos x="wd2" y="hd2"/>
                  </a:cxn>
                  <a:cxn ang="5400000">
                    <a:pos x="wd2" y="hd2"/>
                  </a:cxn>
                  <a:cxn ang="10800000">
                    <a:pos x="wd2" y="hd2"/>
                  </a:cxn>
                  <a:cxn ang="16200000">
                    <a:pos x="wd2" y="hd2"/>
                  </a:cxn>
                </a:cxnLst>
                <a:rect l="0" t="0" r="r" b="b"/>
                <a:pathLst>
                  <a:path w="20496" h="21591" extrusionOk="0">
                    <a:moveTo>
                      <a:pt x="10244" y="21591"/>
                    </a:moveTo>
                    <a:cubicBezTo>
                      <a:pt x="12868" y="21590"/>
                      <a:pt x="15488" y="20532"/>
                      <a:pt x="17488" y="18429"/>
                    </a:cubicBezTo>
                    <a:cubicBezTo>
                      <a:pt x="19583" y="16225"/>
                      <a:pt x="20600" y="13379"/>
                      <a:pt x="20488" y="10368"/>
                    </a:cubicBezTo>
                    <a:lnTo>
                      <a:pt x="20488" y="0"/>
                    </a:lnTo>
                    <a:lnTo>
                      <a:pt x="10274" y="0"/>
                    </a:lnTo>
                    <a:cubicBezTo>
                      <a:pt x="7642" y="-8"/>
                      <a:pt x="5008" y="1046"/>
                      <a:pt x="3000" y="3162"/>
                    </a:cubicBezTo>
                    <a:cubicBezTo>
                      <a:pt x="-1000" y="7378"/>
                      <a:pt x="-1000" y="14213"/>
                      <a:pt x="3000" y="18429"/>
                    </a:cubicBezTo>
                    <a:cubicBezTo>
                      <a:pt x="5001" y="20537"/>
                      <a:pt x="7622" y="21592"/>
                      <a:pt x="10244" y="21591"/>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89" name="Shape 24253"/>
              <p:cNvSpPr/>
              <p:nvPr/>
            </p:nvSpPr>
            <p:spPr>
              <a:xfrm>
                <a:off x="635361" y="635002"/>
                <a:ext cx="635001" cy="6350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35"/>
                      <a:pt x="0" y="10800"/>
                    </a:cubicBezTo>
                    <a:lnTo>
                      <a:pt x="2700" y="10800"/>
                    </a:lnTo>
                    <a:cubicBezTo>
                      <a:pt x="2700" y="6326"/>
                      <a:pt x="6326" y="2700"/>
                      <a:pt x="10800" y="2700"/>
                    </a:cubicBezTo>
                    <a:cubicBezTo>
                      <a:pt x="13037" y="2700"/>
                      <a:pt x="15063" y="3616"/>
                      <a:pt x="16527" y="5084"/>
                    </a:cubicBezTo>
                    <a:lnTo>
                      <a:pt x="14850" y="6750"/>
                    </a:lnTo>
                    <a:lnTo>
                      <a:pt x="20250" y="6750"/>
                    </a:lnTo>
                    <a:lnTo>
                      <a:pt x="20250" y="1350"/>
                    </a:lnTo>
                    <a:lnTo>
                      <a:pt x="18436" y="3175"/>
                    </a:lnTo>
                    <a:cubicBezTo>
                      <a:pt x="16482" y="1220"/>
                      <a:pt x="13782" y="0"/>
                      <a:pt x="10800" y="0"/>
                    </a:cubicBezTo>
                    <a:close/>
                    <a:moveTo>
                      <a:pt x="18900" y="10800"/>
                    </a:moveTo>
                    <a:cubicBezTo>
                      <a:pt x="18900" y="15274"/>
                      <a:pt x="15274" y="18900"/>
                      <a:pt x="10800" y="18900"/>
                    </a:cubicBezTo>
                    <a:cubicBezTo>
                      <a:pt x="8735" y="18900"/>
                      <a:pt x="6850" y="18128"/>
                      <a:pt x="5421" y="16854"/>
                    </a:cubicBezTo>
                    <a:lnTo>
                      <a:pt x="7425" y="14850"/>
                    </a:lnTo>
                    <a:lnTo>
                      <a:pt x="2025" y="14850"/>
                    </a:lnTo>
                    <a:lnTo>
                      <a:pt x="2025" y="20250"/>
                    </a:lnTo>
                    <a:lnTo>
                      <a:pt x="3512" y="18763"/>
                    </a:lnTo>
                    <a:cubicBezTo>
                      <a:pt x="5433" y="20523"/>
                      <a:pt x="7989" y="21600"/>
                      <a:pt x="10800" y="21600"/>
                    </a:cubicBezTo>
                    <a:cubicBezTo>
                      <a:pt x="16765" y="21600"/>
                      <a:pt x="21600" y="16765"/>
                      <a:pt x="21600" y="10800"/>
                    </a:cubicBezTo>
                    <a:cubicBezTo>
                      <a:pt x="21600" y="10800"/>
                      <a:pt x="18900" y="10800"/>
                      <a:pt x="18900" y="10800"/>
                    </a:cubicBezTo>
                    <a:close/>
                  </a:path>
                </a:pathLst>
              </a:custGeom>
              <a:solidFill>
                <a:srgbClr val="FFFFFF"/>
              </a:solidFill>
              <a:ln w="12700" cap="flat">
                <a:noFill/>
                <a:miter lim="400000"/>
              </a:ln>
              <a:effectLst/>
            </p:spPr>
            <p:txBody>
              <a:bodyPr wrap="square" lIns="20092" tIns="20092" rIns="20092" bIns="20092" numCol="1" anchor="ctr">
                <a:noAutofit/>
              </a:bodyPr>
              <a:lstStyle/>
              <a:p>
                <a:pPr>
                  <a:spcBef>
                    <a:spcPts val="0"/>
                  </a:spcBef>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81" name="Group 24257"/>
            <p:cNvGrpSpPr/>
            <p:nvPr/>
          </p:nvGrpSpPr>
          <p:grpSpPr>
            <a:xfrm>
              <a:off x="-1" y="-1"/>
              <a:ext cx="1905724" cy="1905006"/>
              <a:chOff x="0" y="0"/>
              <a:chExt cx="1905722" cy="1905004"/>
            </a:xfrm>
          </p:grpSpPr>
          <p:sp>
            <p:nvSpPr>
              <p:cNvPr id="86" name="Shape 24255"/>
              <p:cNvSpPr/>
              <p:nvPr/>
            </p:nvSpPr>
            <p:spPr>
              <a:xfrm rot="10800000" flipH="1">
                <a:off x="-1" y="-1"/>
                <a:ext cx="1905724" cy="1905006"/>
              </a:xfrm>
              <a:custGeom>
                <a:avLst/>
                <a:gdLst/>
                <a:ahLst/>
                <a:cxnLst>
                  <a:cxn ang="0">
                    <a:pos x="wd2" y="hd2"/>
                  </a:cxn>
                  <a:cxn ang="5400000">
                    <a:pos x="wd2" y="hd2"/>
                  </a:cxn>
                  <a:cxn ang="10800000">
                    <a:pos x="wd2" y="hd2"/>
                  </a:cxn>
                  <a:cxn ang="16200000">
                    <a:pos x="wd2" y="hd2"/>
                  </a:cxn>
                </a:cxnLst>
                <a:rect l="0" t="0" r="r" b="b"/>
                <a:pathLst>
                  <a:path w="20496" h="21591" extrusionOk="0">
                    <a:moveTo>
                      <a:pt x="10244" y="21591"/>
                    </a:moveTo>
                    <a:cubicBezTo>
                      <a:pt x="12868" y="21590"/>
                      <a:pt x="15488" y="20532"/>
                      <a:pt x="17488" y="18429"/>
                    </a:cubicBezTo>
                    <a:cubicBezTo>
                      <a:pt x="19583" y="16225"/>
                      <a:pt x="20600" y="13379"/>
                      <a:pt x="20488" y="10368"/>
                    </a:cubicBezTo>
                    <a:lnTo>
                      <a:pt x="20488" y="0"/>
                    </a:lnTo>
                    <a:lnTo>
                      <a:pt x="10274" y="0"/>
                    </a:lnTo>
                    <a:cubicBezTo>
                      <a:pt x="7642" y="-8"/>
                      <a:pt x="5008" y="1046"/>
                      <a:pt x="3000" y="3162"/>
                    </a:cubicBezTo>
                    <a:cubicBezTo>
                      <a:pt x="-1000" y="7378"/>
                      <a:pt x="-1000" y="14213"/>
                      <a:pt x="3000" y="18429"/>
                    </a:cubicBezTo>
                    <a:cubicBezTo>
                      <a:pt x="5001" y="20537"/>
                      <a:pt x="7622" y="21592"/>
                      <a:pt x="10244" y="21591"/>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p>
            </p:txBody>
          </p:sp>
          <p:sp>
            <p:nvSpPr>
              <p:cNvPr id="87" name="Shape 24256"/>
              <p:cNvSpPr/>
              <p:nvPr/>
            </p:nvSpPr>
            <p:spPr>
              <a:xfrm>
                <a:off x="631553" y="712226"/>
                <a:ext cx="629916" cy="471054"/>
              </a:xfrm>
              <a:custGeom>
                <a:avLst/>
                <a:gdLst/>
                <a:ahLst/>
                <a:cxnLst>
                  <a:cxn ang="0">
                    <a:pos x="wd2" y="hd2"/>
                  </a:cxn>
                  <a:cxn ang="5400000">
                    <a:pos x="wd2" y="hd2"/>
                  </a:cxn>
                  <a:cxn ang="10800000">
                    <a:pos x="wd2" y="hd2"/>
                  </a:cxn>
                  <a:cxn ang="16200000">
                    <a:pos x="wd2" y="hd2"/>
                  </a:cxn>
                </a:cxnLst>
                <a:rect l="0" t="0" r="r" b="b"/>
                <a:pathLst>
                  <a:path w="21600" h="21600" extrusionOk="0">
                    <a:moveTo>
                      <a:pt x="20109" y="8833"/>
                    </a:moveTo>
                    <a:lnTo>
                      <a:pt x="17859" y="8833"/>
                    </a:lnTo>
                    <a:lnTo>
                      <a:pt x="17859" y="12882"/>
                    </a:lnTo>
                    <a:cubicBezTo>
                      <a:pt x="17859" y="13876"/>
                      <a:pt x="17565" y="14779"/>
                      <a:pt x="17083" y="15433"/>
                    </a:cubicBezTo>
                    <a:cubicBezTo>
                      <a:pt x="16602" y="16087"/>
                      <a:pt x="15933" y="16493"/>
                      <a:pt x="15183" y="16493"/>
                    </a:cubicBezTo>
                    <a:lnTo>
                      <a:pt x="9357" y="16493"/>
                    </a:lnTo>
                    <a:lnTo>
                      <a:pt x="9357" y="17897"/>
                    </a:lnTo>
                    <a:cubicBezTo>
                      <a:pt x="9357" y="18443"/>
                      <a:pt x="9524" y="18937"/>
                      <a:pt x="9793" y="19294"/>
                    </a:cubicBezTo>
                    <a:cubicBezTo>
                      <a:pt x="10063" y="19652"/>
                      <a:pt x="10436" y="19873"/>
                      <a:pt x="10848" y="19873"/>
                    </a:cubicBezTo>
                    <a:lnTo>
                      <a:pt x="16806" y="19873"/>
                    </a:lnTo>
                    <a:lnTo>
                      <a:pt x="19219" y="21600"/>
                    </a:lnTo>
                    <a:lnTo>
                      <a:pt x="19219" y="19873"/>
                    </a:lnTo>
                    <a:lnTo>
                      <a:pt x="20109" y="19873"/>
                    </a:lnTo>
                    <a:cubicBezTo>
                      <a:pt x="20521" y="19873"/>
                      <a:pt x="20893" y="19652"/>
                      <a:pt x="21163" y="19294"/>
                    </a:cubicBezTo>
                    <a:cubicBezTo>
                      <a:pt x="21433" y="18937"/>
                      <a:pt x="21600" y="18443"/>
                      <a:pt x="21600" y="17897"/>
                    </a:cubicBezTo>
                    <a:lnTo>
                      <a:pt x="21600" y="10808"/>
                    </a:lnTo>
                    <a:cubicBezTo>
                      <a:pt x="21600" y="10263"/>
                      <a:pt x="21433" y="9769"/>
                      <a:pt x="21163" y="9412"/>
                    </a:cubicBezTo>
                    <a:cubicBezTo>
                      <a:pt x="20893" y="9054"/>
                      <a:pt x="20521" y="8833"/>
                      <a:pt x="20109" y="8833"/>
                    </a:cubicBezTo>
                    <a:close/>
                    <a:moveTo>
                      <a:pt x="6802" y="15095"/>
                    </a:moveTo>
                    <a:lnTo>
                      <a:pt x="6583" y="15095"/>
                    </a:lnTo>
                    <a:lnTo>
                      <a:pt x="2551" y="17949"/>
                    </a:lnTo>
                    <a:lnTo>
                      <a:pt x="2551" y="15095"/>
                    </a:lnTo>
                    <a:lnTo>
                      <a:pt x="2041" y="15095"/>
                    </a:lnTo>
                    <a:cubicBezTo>
                      <a:pt x="1477" y="15095"/>
                      <a:pt x="967" y="14792"/>
                      <a:pt x="598" y="14303"/>
                    </a:cubicBezTo>
                    <a:cubicBezTo>
                      <a:pt x="228" y="13814"/>
                      <a:pt x="0" y="13138"/>
                      <a:pt x="0" y="12391"/>
                    </a:cubicBezTo>
                    <a:lnTo>
                      <a:pt x="0" y="2704"/>
                    </a:lnTo>
                    <a:cubicBezTo>
                      <a:pt x="0" y="1957"/>
                      <a:pt x="228" y="1281"/>
                      <a:pt x="598" y="792"/>
                    </a:cubicBezTo>
                    <a:cubicBezTo>
                      <a:pt x="967" y="303"/>
                      <a:pt x="1477" y="0"/>
                      <a:pt x="2041" y="0"/>
                    </a:cubicBezTo>
                    <a:lnTo>
                      <a:pt x="14794" y="0"/>
                    </a:lnTo>
                    <a:cubicBezTo>
                      <a:pt x="15357" y="0"/>
                      <a:pt x="15868" y="303"/>
                      <a:pt x="16237" y="792"/>
                    </a:cubicBezTo>
                    <a:cubicBezTo>
                      <a:pt x="16606" y="1281"/>
                      <a:pt x="16834" y="1957"/>
                      <a:pt x="16834" y="2704"/>
                    </a:cubicBezTo>
                    <a:lnTo>
                      <a:pt x="16834" y="4281"/>
                    </a:lnTo>
                    <a:lnTo>
                      <a:pt x="16834" y="8336"/>
                    </a:lnTo>
                    <a:lnTo>
                      <a:pt x="16834" y="12385"/>
                    </a:lnTo>
                    <a:cubicBezTo>
                      <a:pt x="16834" y="13131"/>
                      <a:pt x="16617" y="13809"/>
                      <a:pt x="16259" y="14300"/>
                    </a:cubicBezTo>
                    <a:cubicBezTo>
                      <a:pt x="15901" y="14790"/>
                      <a:pt x="15402" y="15095"/>
                      <a:pt x="14838" y="15095"/>
                    </a:cubicBezTo>
                    <a:lnTo>
                      <a:pt x="9012" y="15095"/>
                    </a:lnTo>
                    <a:lnTo>
                      <a:pt x="6802" y="15095"/>
                    </a:lnTo>
                    <a:close/>
                  </a:path>
                </a:pathLst>
              </a:custGeom>
              <a:solidFill>
                <a:srgbClr val="FFFFFF"/>
              </a:solidFill>
              <a:ln w="12700" cap="flat">
                <a:noFill/>
                <a:miter lim="400000"/>
              </a:ln>
              <a:effectLst/>
            </p:spPr>
            <p:txBody>
              <a:bodyPr wrap="square" lIns="0" tIns="0" rIns="0" bIns="0" numCol="1" anchor="b">
                <a:noAutofit/>
              </a:bodyPr>
              <a:lstStyle/>
              <a:p/>
            </p:txBody>
          </p:sp>
        </p:grpSp>
        <p:sp>
          <p:nvSpPr>
            <p:cNvPr id="82" name="Shape 24258"/>
            <p:cNvSpPr/>
            <p:nvPr/>
          </p:nvSpPr>
          <p:spPr>
            <a:xfrm>
              <a:off x="2075332" y="1916541"/>
              <a:ext cx="804858" cy="1062769"/>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p:txBody>
        </p:sp>
      </p:grpSp>
      <p:sp>
        <p:nvSpPr>
          <p:cNvPr id="94" name="矩形 93"/>
          <p:cNvSpPr/>
          <p:nvPr/>
        </p:nvSpPr>
        <p:spPr>
          <a:xfrm>
            <a:off x="2313767" y="2065858"/>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5" name="矩形 94"/>
          <p:cNvSpPr/>
          <p:nvPr/>
        </p:nvSpPr>
        <p:spPr>
          <a:xfrm>
            <a:off x="1135781" y="2452040"/>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6" name="矩形 95"/>
          <p:cNvSpPr/>
          <p:nvPr/>
        </p:nvSpPr>
        <p:spPr>
          <a:xfrm>
            <a:off x="2313767" y="3976767"/>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7" name="矩形 96"/>
          <p:cNvSpPr/>
          <p:nvPr/>
        </p:nvSpPr>
        <p:spPr>
          <a:xfrm>
            <a:off x="1135781" y="4362949"/>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8" name="矩形 97"/>
          <p:cNvSpPr/>
          <p:nvPr/>
        </p:nvSpPr>
        <p:spPr>
          <a:xfrm>
            <a:off x="8281199" y="2065858"/>
            <a:ext cx="155701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9" name="矩形 98"/>
          <p:cNvSpPr/>
          <p:nvPr/>
        </p:nvSpPr>
        <p:spPr>
          <a:xfrm>
            <a:off x="8281199" y="2452040"/>
            <a:ext cx="2734996" cy="889154"/>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00" name="矩形 99"/>
          <p:cNvSpPr/>
          <p:nvPr/>
        </p:nvSpPr>
        <p:spPr>
          <a:xfrm>
            <a:off x="8281199" y="3976767"/>
            <a:ext cx="155701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101" name="矩形 100"/>
          <p:cNvSpPr/>
          <p:nvPr/>
        </p:nvSpPr>
        <p:spPr>
          <a:xfrm>
            <a:off x="8281199" y="4362949"/>
            <a:ext cx="2734996" cy="889154"/>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32301"/>
          <p:cNvGrpSpPr/>
          <p:nvPr/>
        </p:nvGrpSpPr>
        <p:grpSpPr>
          <a:xfrm>
            <a:off x="1287035" y="1782423"/>
            <a:ext cx="10102380" cy="3698241"/>
            <a:chOff x="0" y="941004"/>
            <a:chExt cx="10464800" cy="3830914"/>
          </a:xfrm>
        </p:grpSpPr>
        <p:grpSp>
          <p:nvGrpSpPr>
            <p:cNvPr id="36" name="Group 32278"/>
            <p:cNvGrpSpPr/>
            <p:nvPr/>
          </p:nvGrpSpPr>
          <p:grpSpPr>
            <a:xfrm>
              <a:off x="555293" y="1519773"/>
              <a:ext cx="9364187" cy="2554062"/>
              <a:chOff x="0" y="-1"/>
              <a:chExt cx="9364185" cy="2554060"/>
            </a:xfrm>
          </p:grpSpPr>
          <p:grpSp>
            <p:nvGrpSpPr>
              <p:cNvPr id="45" name="Group 32248"/>
              <p:cNvGrpSpPr/>
              <p:nvPr/>
            </p:nvGrpSpPr>
            <p:grpSpPr>
              <a:xfrm>
                <a:off x="0" y="-1"/>
                <a:ext cx="2554104" cy="2553869"/>
                <a:chOff x="0" y="0"/>
                <a:chExt cx="2554103" cy="2553867"/>
              </a:xfrm>
            </p:grpSpPr>
            <p:sp>
              <p:nvSpPr>
                <p:cNvPr id="96" name="Shape 32244"/>
                <p:cNvSpPr/>
                <p:nvPr/>
              </p:nvSpPr>
              <p:spPr>
                <a:xfrm>
                  <a:off x="-1" y="-1"/>
                  <a:ext cx="2554105" cy="2553869"/>
                </a:xfrm>
                <a:custGeom>
                  <a:avLst/>
                  <a:gdLst/>
                  <a:ahLst/>
                  <a:cxnLst>
                    <a:cxn ang="0">
                      <a:pos x="wd2" y="hd2"/>
                    </a:cxn>
                    <a:cxn ang="5400000">
                      <a:pos x="wd2" y="hd2"/>
                    </a:cxn>
                    <a:cxn ang="10800000">
                      <a:pos x="wd2" y="hd2"/>
                    </a:cxn>
                    <a:cxn ang="16200000">
                      <a:pos x="wd2" y="hd2"/>
                    </a:cxn>
                  </a:cxnLst>
                  <a:rect l="0" t="0" r="r" b="b"/>
                  <a:pathLst>
                    <a:path w="21444" h="21512" extrusionOk="0">
                      <a:moveTo>
                        <a:pt x="12749" y="1497"/>
                      </a:moveTo>
                      <a:cubicBezTo>
                        <a:pt x="13642" y="534"/>
                        <a:pt x="14940" y="-11"/>
                        <a:pt x="16351" y="0"/>
                      </a:cubicBezTo>
                      <a:cubicBezTo>
                        <a:pt x="19190" y="23"/>
                        <a:pt x="21511" y="2294"/>
                        <a:pt x="21443" y="5108"/>
                      </a:cubicBezTo>
                      <a:cubicBezTo>
                        <a:pt x="21376" y="7854"/>
                        <a:pt x="19065" y="9991"/>
                        <a:pt x="16272" y="10141"/>
                      </a:cubicBezTo>
                      <a:cubicBezTo>
                        <a:pt x="16004" y="10156"/>
                        <a:pt x="15740" y="10130"/>
                        <a:pt x="15475" y="10144"/>
                      </a:cubicBezTo>
                      <a:cubicBezTo>
                        <a:pt x="14107" y="10214"/>
                        <a:pt x="12910" y="11031"/>
                        <a:pt x="11988" y="12027"/>
                      </a:cubicBezTo>
                      <a:cubicBezTo>
                        <a:pt x="11051" y="13038"/>
                        <a:pt x="10337" y="14269"/>
                        <a:pt x="10104" y="15636"/>
                      </a:cubicBezTo>
                      <a:cubicBezTo>
                        <a:pt x="10068" y="15852"/>
                        <a:pt x="10049" y="16069"/>
                        <a:pt x="10032" y="16287"/>
                      </a:cubicBezTo>
                      <a:cubicBezTo>
                        <a:pt x="10065" y="19098"/>
                        <a:pt x="7877" y="21434"/>
                        <a:pt x="5094" y="21510"/>
                      </a:cubicBezTo>
                      <a:cubicBezTo>
                        <a:pt x="2244" y="21589"/>
                        <a:pt x="-89" y="19258"/>
                        <a:pt x="3" y="16402"/>
                      </a:cubicBezTo>
                      <a:cubicBezTo>
                        <a:pt x="91" y="13654"/>
                        <a:pt x="2387" y="11511"/>
                        <a:pt x="5171" y="11372"/>
                      </a:cubicBezTo>
                      <a:cubicBezTo>
                        <a:pt x="5446" y="11358"/>
                        <a:pt x="5717" y="11383"/>
                        <a:pt x="5989" y="11368"/>
                      </a:cubicBezTo>
                      <a:cubicBezTo>
                        <a:pt x="7349" y="11292"/>
                        <a:pt x="8527" y="10463"/>
                        <a:pt x="9472" y="9503"/>
                      </a:cubicBezTo>
                      <a:cubicBezTo>
                        <a:pt x="10410" y="8551"/>
                        <a:pt x="11218" y="7374"/>
                        <a:pt x="11319" y="6020"/>
                      </a:cubicBezTo>
                      <a:cubicBezTo>
                        <a:pt x="11339" y="5744"/>
                        <a:pt x="11319" y="5468"/>
                        <a:pt x="11335" y="5188"/>
                      </a:cubicBezTo>
                      <a:cubicBezTo>
                        <a:pt x="11412" y="3793"/>
                        <a:pt x="11851" y="2466"/>
                        <a:pt x="12749" y="1497"/>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sym typeface="+mn-lt"/>
                  </a:endParaRPr>
                </a:p>
              </p:txBody>
            </p:sp>
            <p:grpSp>
              <p:nvGrpSpPr>
                <p:cNvPr id="97" name="Group 32247"/>
                <p:cNvGrpSpPr/>
                <p:nvPr/>
              </p:nvGrpSpPr>
              <p:grpSpPr>
                <a:xfrm>
                  <a:off x="136823" y="1518638"/>
                  <a:ext cx="913490" cy="913489"/>
                  <a:chOff x="0" y="0"/>
                  <a:chExt cx="913488" cy="913488"/>
                </a:xfrm>
              </p:grpSpPr>
              <p:sp>
                <p:nvSpPr>
                  <p:cNvPr id="98" name="Shape 32245"/>
                  <p:cNvSpPr/>
                  <p:nvPr/>
                </p:nvSpPr>
                <p:spPr>
                  <a:xfrm>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99" name="Shape 32246"/>
                  <p:cNvSpPr/>
                  <p:nvPr/>
                </p:nvSpPr>
                <p:spPr>
                  <a:xfrm>
                    <a:off x="241710" y="302652"/>
                    <a:ext cx="430069" cy="319293"/>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6" name="Group 32253"/>
              <p:cNvGrpSpPr/>
              <p:nvPr/>
            </p:nvGrpSpPr>
            <p:grpSpPr>
              <a:xfrm>
                <a:off x="1353793" y="-1"/>
                <a:ext cx="2554105" cy="2553869"/>
                <a:chOff x="0" y="0"/>
                <a:chExt cx="2554103" cy="2553867"/>
              </a:xfrm>
            </p:grpSpPr>
            <p:sp>
              <p:nvSpPr>
                <p:cNvPr id="92" name="Shape 32249"/>
                <p:cNvSpPr/>
                <p:nvPr/>
              </p:nvSpPr>
              <p:spPr>
                <a:xfrm flipH="1">
                  <a:off x="-1" y="-1"/>
                  <a:ext cx="2554105" cy="2553869"/>
                </a:xfrm>
                <a:custGeom>
                  <a:avLst/>
                  <a:gdLst/>
                  <a:ahLst/>
                  <a:cxnLst>
                    <a:cxn ang="0">
                      <a:pos x="wd2" y="hd2"/>
                    </a:cxn>
                    <a:cxn ang="5400000">
                      <a:pos x="wd2" y="hd2"/>
                    </a:cxn>
                    <a:cxn ang="10800000">
                      <a:pos x="wd2" y="hd2"/>
                    </a:cxn>
                    <a:cxn ang="16200000">
                      <a:pos x="wd2" y="hd2"/>
                    </a:cxn>
                  </a:cxnLst>
                  <a:rect l="0" t="0" r="r" b="b"/>
                  <a:pathLst>
                    <a:path w="21444" h="21512" extrusionOk="0">
                      <a:moveTo>
                        <a:pt x="12749" y="1497"/>
                      </a:moveTo>
                      <a:cubicBezTo>
                        <a:pt x="13642" y="534"/>
                        <a:pt x="14940" y="-11"/>
                        <a:pt x="16351" y="0"/>
                      </a:cubicBezTo>
                      <a:cubicBezTo>
                        <a:pt x="19190" y="23"/>
                        <a:pt x="21511" y="2294"/>
                        <a:pt x="21443" y="5108"/>
                      </a:cubicBezTo>
                      <a:cubicBezTo>
                        <a:pt x="21376" y="7854"/>
                        <a:pt x="19065" y="9991"/>
                        <a:pt x="16272" y="10141"/>
                      </a:cubicBezTo>
                      <a:cubicBezTo>
                        <a:pt x="16004" y="10156"/>
                        <a:pt x="15740" y="10130"/>
                        <a:pt x="15475" y="10144"/>
                      </a:cubicBezTo>
                      <a:cubicBezTo>
                        <a:pt x="14107" y="10214"/>
                        <a:pt x="12910" y="11031"/>
                        <a:pt x="11988" y="12027"/>
                      </a:cubicBezTo>
                      <a:cubicBezTo>
                        <a:pt x="11051" y="13038"/>
                        <a:pt x="10337" y="14269"/>
                        <a:pt x="10104" y="15636"/>
                      </a:cubicBezTo>
                      <a:cubicBezTo>
                        <a:pt x="10068" y="15852"/>
                        <a:pt x="10049" y="16069"/>
                        <a:pt x="10032" y="16287"/>
                      </a:cubicBezTo>
                      <a:cubicBezTo>
                        <a:pt x="10065" y="19098"/>
                        <a:pt x="7877" y="21434"/>
                        <a:pt x="5094" y="21510"/>
                      </a:cubicBezTo>
                      <a:cubicBezTo>
                        <a:pt x="2244" y="21589"/>
                        <a:pt x="-89" y="19258"/>
                        <a:pt x="3" y="16402"/>
                      </a:cubicBezTo>
                      <a:cubicBezTo>
                        <a:pt x="91" y="13654"/>
                        <a:pt x="2387" y="11511"/>
                        <a:pt x="5171" y="11372"/>
                      </a:cubicBezTo>
                      <a:cubicBezTo>
                        <a:pt x="5446" y="11358"/>
                        <a:pt x="5717" y="11383"/>
                        <a:pt x="5989" y="11368"/>
                      </a:cubicBezTo>
                      <a:cubicBezTo>
                        <a:pt x="7349" y="11292"/>
                        <a:pt x="8527" y="10463"/>
                        <a:pt x="9472" y="9503"/>
                      </a:cubicBezTo>
                      <a:cubicBezTo>
                        <a:pt x="10410" y="8551"/>
                        <a:pt x="11218" y="7374"/>
                        <a:pt x="11319" y="6020"/>
                      </a:cubicBezTo>
                      <a:cubicBezTo>
                        <a:pt x="11339" y="5744"/>
                        <a:pt x="11319" y="5468"/>
                        <a:pt x="11335" y="5188"/>
                      </a:cubicBezTo>
                      <a:cubicBezTo>
                        <a:pt x="11412" y="3793"/>
                        <a:pt x="11851" y="2466"/>
                        <a:pt x="12749" y="1497"/>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ym typeface="+mn-lt"/>
                  </a:endParaRPr>
                </a:p>
              </p:txBody>
            </p:sp>
            <p:grpSp>
              <p:nvGrpSpPr>
                <p:cNvPr id="93" name="Group 32252"/>
                <p:cNvGrpSpPr/>
                <p:nvPr/>
              </p:nvGrpSpPr>
              <p:grpSpPr>
                <a:xfrm>
                  <a:off x="139595" y="152054"/>
                  <a:ext cx="913490" cy="913489"/>
                  <a:chOff x="0" y="0"/>
                  <a:chExt cx="913488" cy="913488"/>
                </a:xfrm>
              </p:grpSpPr>
              <p:sp>
                <p:nvSpPr>
                  <p:cNvPr id="94" name="Shape 32250"/>
                  <p:cNvSpPr/>
                  <p:nvPr/>
                </p:nvSpPr>
                <p:spPr>
                  <a:xfrm>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95" name="Shape 32251"/>
                  <p:cNvSpPr/>
                  <p:nvPr/>
                </p:nvSpPr>
                <p:spPr>
                  <a:xfrm>
                    <a:off x="264996" y="203553"/>
                    <a:ext cx="383496" cy="506383"/>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rgbClr val="A3D7D3"/>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7" name="Group 32258"/>
              <p:cNvGrpSpPr/>
              <p:nvPr/>
            </p:nvGrpSpPr>
            <p:grpSpPr>
              <a:xfrm>
                <a:off x="2713393" y="0"/>
                <a:ext cx="2553927" cy="2554057"/>
                <a:chOff x="0" y="0"/>
                <a:chExt cx="2553925" cy="2554056"/>
              </a:xfrm>
            </p:grpSpPr>
            <p:sp>
              <p:nvSpPr>
                <p:cNvPr id="88" name="Shape 32254"/>
                <p:cNvSpPr/>
                <p:nvPr/>
              </p:nvSpPr>
              <p:spPr>
                <a:xfrm flipH="1">
                  <a:off x="-1" y="-1"/>
                  <a:ext cx="2553927" cy="2554058"/>
                </a:xfrm>
                <a:custGeom>
                  <a:avLst/>
                  <a:gdLst/>
                  <a:ahLst/>
                  <a:cxnLst>
                    <a:cxn ang="0">
                      <a:pos x="wd2" y="hd2"/>
                    </a:cxn>
                    <a:cxn ang="5400000">
                      <a:pos x="wd2" y="hd2"/>
                    </a:cxn>
                    <a:cxn ang="10800000">
                      <a:pos x="wd2" y="hd2"/>
                    </a:cxn>
                    <a:cxn ang="16200000">
                      <a:pos x="wd2" y="hd2"/>
                    </a:cxn>
                  </a:cxnLst>
                  <a:rect l="0" t="0" r="r" b="b"/>
                  <a:pathLst>
                    <a:path w="21503" h="21451" extrusionOk="0">
                      <a:moveTo>
                        <a:pt x="20007" y="12753"/>
                      </a:moveTo>
                      <a:cubicBezTo>
                        <a:pt x="20969" y="13646"/>
                        <a:pt x="21514" y="14945"/>
                        <a:pt x="21502" y="16357"/>
                      </a:cubicBezTo>
                      <a:cubicBezTo>
                        <a:pt x="21479" y="19196"/>
                        <a:pt x="19210" y="21517"/>
                        <a:pt x="16397" y="21450"/>
                      </a:cubicBezTo>
                      <a:cubicBezTo>
                        <a:pt x="13651" y="21384"/>
                        <a:pt x="11513" y="19072"/>
                        <a:pt x="11366" y="16277"/>
                      </a:cubicBezTo>
                      <a:cubicBezTo>
                        <a:pt x="11352" y="16010"/>
                        <a:pt x="11378" y="15745"/>
                        <a:pt x="11364" y="15480"/>
                      </a:cubicBezTo>
                      <a:cubicBezTo>
                        <a:pt x="11289" y="14115"/>
                        <a:pt x="10442" y="12944"/>
                        <a:pt x="9481" y="11992"/>
                      </a:cubicBezTo>
                      <a:cubicBezTo>
                        <a:pt x="8487" y="11006"/>
                        <a:pt x="7279" y="10159"/>
                        <a:pt x="5873" y="10107"/>
                      </a:cubicBezTo>
                      <a:cubicBezTo>
                        <a:pt x="5644" y="10099"/>
                        <a:pt x="5415" y="10121"/>
                        <a:pt x="5185" y="10111"/>
                      </a:cubicBezTo>
                      <a:cubicBezTo>
                        <a:pt x="2388" y="9998"/>
                        <a:pt x="87" y="7843"/>
                        <a:pt x="2" y="5095"/>
                      </a:cubicBezTo>
                      <a:cubicBezTo>
                        <a:pt x="-86" y="2246"/>
                        <a:pt x="2251" y="-83"/>
                        <a:pt x="5108" y="2"/>
                      </a:cubicBezTo>
                      <a:cubicBezTo>
                        <a:pt x="7841" y="84"/>
                        <a:pt x="9993" y="2342"/>
                        <a:pt x="10136" y="5105"/>
                      </a:cubicBezTo>
                      <a:cubicBezTo>
                        <a:pt x="10152" y="5403"/>
                        <a:pt x="10123" y="5696"/>
                        <a:pt x="10140" y="5991"/>
                      </a:cubicBezTo>
                      <a:cubicBezTo>
                        <a:pt x="10219" y="7351"/>
                        <a:pt x="11045" y="8529"/>
                        <a:pt x="12004" y="9475"/>
                      </a:cubicBezTo>
                      <a:cubicBezTo>
                        <a:pt x="12956" y="10414"/>
                        <a:pt x="14132" y="11222"/>
                        <a:pt x="15485" y="11322"/>
                      </a:cubicBezTo>
                      <a:cubicBezTo>
                        <a:pt x="15762" y="11343"/>
                        <a:pt x="16038" y="11323"/>
                        <a:pt x="16317" y="11338"/>
                      </a:cubicBezTo>
                      <a:cubicBezTo>
                        <a:pt x="17711" y="11416"/>
                        <a:pt x="19038" y="11855"/>
                        <a:pt x="20007" y="12753"/>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sym typeface="+mn-lt"/>
                  </a:endParaRPr>
                </a:p>
              </p:txBody>
            </p:sp>
            <p:grpSp>
              <p:nvGrpSpPr>
                <p:cNvPr id="89" name="Group 32257"/>
                <p:cNvGrpSpPr/>
                <p:nvPr/>
              </p:nvGrpSpPr>
              <p:grpSpPr>
                <a:xfrm>
                  <a:off x="142450" y="1518638"/>
                  <a:ext cx="913489" cy="913489"/>
                  <a:chOff x="0" y="0"/>
                  <a:chExt cx="913488" cy="913488"/>
                </a:xfrm>
              </p:grpSpPr>
              <p:sp>
                <p:nvSpPr>
                  <p:cNvPr id="90" name="Shape 32255"/>
                  <p:cNvSpPr/>
                  <p:nvPr/>
                </p:nvSpPr>
                <p:spPr>
                  <a:xfrm flipH="1">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91" name="Shape 32256"/>
                  <p:cNvSpPr/>
                  <p:nvPr/>
                </p:nvSpPr>
                <p:spPr>
                  <a:xfrm>
                    <a:off x="243963" y="244349"/>
                    <a:ext cx="425562" cy="424791"/>
                  </a:xfrm>
                  <a:custGeom>
                    <a:avLst/>
                    <a:gdLst/>
                    <a:ahLst/>
                    <a:cxnLst>
                      <a:cxn ang="0">
                        <a:pos x="wd2" y="hd2"/>
                      </a:cxn>
                      <a:cxn ang="5400000">
                        <a:pos x="wd2" y="hd2"/>
                      </a:cxn>
                      <a:cxn ang="10800000">
                        <a:pos x="wd2" y="hd2"/>
                      </a:cxn>
                      <a:cxn ang="16200000">
                        <a:pos x="wd2" y="hd2"/>
                      </a:cxn>
                    </a:cxnLst>
                    <a:rect l="0" t="0" r="r" b="b"/>
                    <a:pathLst>
                      <a:path w="21521" h="19263" extrusionOk="0">
                        <a:moveTo>
                          <a:pt x="4750" y="1647"/>
                        </a:moveTo>
                        <a:cubicBezTo>
                          <a:pt x="6498" y="610"/>
                          <a:pt x="8611" y="-1"/>
                          <a:pt x="10868" y="0"/>
                        </a:cubicBezTo>
                        <a:cubicBezTo>
                          <a:pt x="14035" y="2"/>
                          <a:pt x="16998" y="1272"/>
                          <a:pt x="18993" y="3460"/>
                        </a:cubicBezTo>
                        <a:cubicBezTo>
                          <a:pt x="20629" y="5190"/>
                          <a:pt x="21525" y="7373"/>
                          <a:pt x="21521" y="9655"/>
                        </a:cubicBezTo>
                        <a:cubicBezTo>
                          <a:pt x="21514" y="13106"/>
                          <a:pt x="19507" y="16257"/>
                          <a:pt x="16231" y="18022"/>
                        </a:cubicBezTo>
                        <a:cubicBezTo>
                          <a:pt x="9037" y="21599"/>
                          <a:pt x="173" y="17027"/>
                          <a:pt x="2" y="9653"/>
                        </a:cubicBezTo>
                        <a:cubicBezTo>
                          <a:pt x="-75" y="6307"/>
                          <a:pt x="1837" y="3377"/>
                          <a:pt x="4750" y="1647"/>
                        </a:cubicBezTo>
                        <a:close/>
                        <a:moveTo>
                          <a:pt x="5848" y="2373"/>
                        </a:moveTo>
                        <a:cubicBezTo>
                          <a:pt x="5369" y="2637"/>
                          <a:pt x="4918" y="2940"/>
                          <a:pt x="4502" y="3280"/>
                        </a:cubicBezTo>
                        <a:cubicBezTo>
                          <a:pt x="4787" y="3447"/>
                          <a:pt x="5080" y="3603"/>
                          <a:pt x="5380" y="3747"/>
                        </a:cubicBezTo>
                        <a:cubicBezTo>
                          <a:pt x="5681" y="3891"/>
                          <a:pt x="5989" y="4023"/>
                          <a:pt x="6302" y="4143"/>
                        </a:cubicBezTo>
                        <a:cubicBezTo>
                          <a:pt x="6449" y="3726"/>
                          <a:pt x="6611" y="3313"/>
                          <a:pt x="6786" y="2906"/>
                        </a:cubicBezTo>
                        <a:cubicBezTo>
                          <a:pt x="6960" y="2501"/>
                          <a:pt x="7148" y="2102"/>
                          <a:pt x="7350" y="1708"/>
                        </a:cubicBezTo>
                        <a:cubicBezTo>
                          <a:pt x="6827" y="1887"/>
                          <a:pt x="6325" y="2110"/>
                          <a:pt x="5848" y="2373"/>
                        </a:cubicBezTo>
                        <a:close/>
                        <a:moveTo>
                          <a:pt x="8944" y="1271"/>
                        </a:moveTo>
                        <a:cubicBezTo>
                          <a:pt x="8630" y="1787"/>
                          <a:pt x="8346" y="2318"/>
                          <a:pt x="8092" y="2860"/>
                        </a:cubicBezTo>
                        <a:cubicBezTo>
                          <a:pt x="7839" y="3402"/>
                          <a:pt x="7617" y="3954"/>
                          <a:pt x="7426" y="4515"/>
                        </a:cubicBezTo>
                        <a:cubicBezTo>
                          <a:pt x="7887" y="4644"/>
                          <a:pt x="8357" y="4746"/>
                          <a:pt x="8832" y="4822"/>
                        </a:cubicBezTo>
                        <a:cubicBezTo>
                          <a:pt x="9305" y="4898"/>
                          <a:pt x="9783" y="4948"/>
                          <a:pt x="10263" y="4971"/>
                        </a:cubicBezTo>
                        <a:lnTo>
                          <a:pt x="10271" y="1118"/>
                        </a:lnTo>
                        <a:cubicBezTo>
                          <a:pt x="10047" y="1129"/>
                          <a:pt x="9824" y="1147"/>
                          <a:pt x="9602" y="1173"/>
                        </a:cubicBezTo>
                        <a:cubicBezTo>
                          <a:pt x="9382" y="1198"/>
                          <a:pt x="9162" y="1231"/>
                          <a:pt x="8944" y="1271"/>
                        </a:cubicBezTo>
                        <a:close/>
                        <a:moveTo>
                          <a:pt x="3547" y="4065"/>
                        </a:moveTo>
                        <a:cubicBezTo>
                          <a:pt x="2861" y="4776"/>
                          <a:pt x="2316" y="5572"/>
                          <a:pt x="1927" y="6424"/>
                        </a:cubicBezTo>
                        <a:cubicBezTo>
                          <a:pt x="1537" y="7280"/>
                          <a:pt x="1305" y="8175"/>
                          <a:pt x="1239" y="9109"/>
                        </a:cubicBezTo>
                        <a:lnTo>
                          <a:pt x="5376" y="9119"/>
                        </a:lnTo>
                        <a:cubicBezTo>
                          <a:pt x="5396" y="8460"/>
                          <a:pt x="5455" y="7804"/>
                          <a:pt x="5552" y="7151"/>
                        </a:cubicBezTo>
                        <a:cubicBezTo>
                          <a:pt x="5649" y="6504"/>
                          <a:pt x="5783" y="5862"/>
                          <a:pt x="5955" y="5228"/>
                        </a:cubicBezTo>
                        <a:cubicBezTo>
                          <a:pt x="5532" y="5074"/>
                          <a:pt x="5119" y="4899"/>
                          <a:pt x="4717" y="4705"/>
                        </a:cubicBezTo>
                        <a:cubicBezTo>
                          <a:pt x="4314" y="4511"/>
                          <a:pt x="3924" y="4297"/>
                          <a:pt x="3547" y="4065"/>
                        </a:cubicBezTo>
                        <a:close/>
                        <a:moveTo>
                          <a:pt x="11474" y="1110"/>
                        </a:moveTo>
                        <a:lnTo>
                          <a:pt x="11466" y="4963"/>
                        </a:lnTo>
                        <a:cubicBezTo>
                          <a:pt x="11913" y="4940"/>
                          <a:pt x="12359" y="4893"/>
                          <a:pt x="12800" y="4822"/>
                        </a:cubicBezTo>
                        <a:cubicBezTo>
                          <a:pt x="13238" y="4751"/>
                          <a:pt x="13671" y="4657"/>
                          <a:pt x="14096" y="4539"/>
                        </a:cubicBezTo>
                        <a:cubicBezTo>
                          <a:pt x="13904" y="3966"/>
                          <a:pt x="13680" y="3402"/>
                          <a:pt x="13424" y="2850"/>
                        </a:cubicBezTo>
                        <a:cubicBezTo>
                          <a:pt x="13167" y="2296"/>
                          <a:pt x="12878" y="1754"/>
                          <a:pt x="12559" y="1227"/>
                        </a:cubicBezTo>
                        <a:cubicBezTo>
                          <a:pt x="12376" y="1200"/>
                          <a:pt x="12193" y="1176"/>
                          <a:pt x="12009" y="1156"/>
                        </a:cubicBezTo>
                        <a:cubicBezTo>
                          <a:pt x="11831" y="1137"/>
                          <a:pt x="11652" y="1122"/>
                          <a:pt x="11474" y="1110"/>
                        </a:cubicBezTo>
                        <a:close/>
                        <a:moveTo>
                          <a:pt x="14125" y="1613"/>
                        </a:moveTo>
                        <a:cubicBezTo>
                          <a:pt x="14346" y="2024"/>
                          <a:pt x="14549" y="2442"/>
                          <a:pt x="14733" y="2867"/>
                        </a:cubicBezTo>
                        <a:cubicBezTo>
                          <a:pt x="14920" y="3297"/>
                          <a:pt x="15087" y="3734"/>
                          <a:pt x="15234" y="4177"/>
                        </a:cubicBezTo>
                        <a:cubicBezTo>
                          <a:pt x="15574" y="4044"/>
                          <a:pt x="15907" y="3898"/>
                          <a:pt x="16233" y="3740"/>
                        </a:cubicBezTo>
                        <a:cubicBezTo>
                          <a:pt x="16554" y="3584"/>
                          <a:pt x="16867" y="3417"/>
                          <a:pt x="17172" y="3238"/>
                        </a:cubicBezTo>
                        <a:cubicBezTo>
                          <a:pt x="16728" y="2879"/>
                          <a:pt x="16245" y="2560"/>
                          <a:pt x="15730" y="2286"/>
                        </a:cubicBezTo>
                        <a:cubicBezTo>
                          <a:pt x="15221" y="2015"/>
                          <a:pt x="14683" y="1790"/>
                          <a:pt x="14125" y="1613"/>
                        </a:cubicBezTo>
                        <a:close/>
                        <a:moveTo>
                          <a:pt x="7106" y="5587"/>
                        </a:moveTo>
                        <a:cubicBezTo>
                          <a:pt x="6959" y="6165"/>
                          <a:pt x="6842" y="6750"/>
                          <a:pt x="6754" y="7338"/>
                        </a:cubicBezTo>
                        <a:cubicBezTo>
                          <a:pt x="6666" y="7926"/>
                          <a:pt x="6608" y="8517"/>
                          <a:pt x="6579" y="9110"/>
                        </a:cubicBezTo>
                        <a:lnTo>
                          <a:pt x="10260" y="9113"/>
                        </a:lnTo>
                        <a:lnTo>
                          <a:pt x="10258" y="6057"/>
                        </a:lnTo>
                        <a:cubicBezTo>
                          <a:pt x="9725" y="6038"/>
                          <a:pt x="9194" y="5989"/>
                          <a:pt x="8667" y="5911"/>
                        </a:cubicBezTo>
                        <a:cubicBezTo>
                          <a:pt x="8140" y="5832"/>
                          <a:pt x="7618" y="5724"/>
                          <a:pt x="7106" y="5587"/>
                        </a:cubicBezTo>
                        <a:close/>
                        <a:moveTo>
                          <a:pt x="1235" y="10195"/>
                        </a:moveTo>
                        <a:cubicBezTo>
                          <a:pt x="1302" y="11122"/>
                          <a:pt x="1539" y="12041"/>
                          <a:pt x="1927" y="12894"/>
                        </a:cubicBezTo>
                        <a:cubicBezTo>
                          <a:pt x="2314" y="13746"/>
                          <a:pt x="2854" y="14549"/>
                          <a:pt x="3541" y="15260"/>
                        </a:cubicBezTo>
                        <a:cubicBezTo>
                          <a:pt x="3814" y="15088"/>
                          <a:pt x="4095" y="14926"/>
                          <a:pt x="4383" y="14776"/>
                        </a:cubicBezTo>
                        <a:cubicBezTo>
                          <a:pt x="4889" y="14511"/>
                          <a:pt x="5416" y="14282"/>
                          <a:pt x="5960" y="14088"/>
                        </a:cubicBezTo>
                        <a:cubicBezTo>
                          <a:pt x="5784" y="13455"/>
                          <a:pt x="5648" y="12813"/>
                          <a:pt x="5552" y="12165"/>
                        </a:cubicBezTo>
                        <a:cubicBezTo>
                          <a:pt x="5455" y="11513"/>
                          <a:pt x="5399" y="10856"/>
                          <a:pt x="5385" y="10197"/>
                        </a:cubicBezTo>
                        <a:lnTo>
                          <a:pt x="1235" y="10195"/>
                        </a:lnTo>
                        <a:close/>
                        <a:moveTo>
                          <a:pt x="11461" y="6049"/>
                        </a:moveTo>
                        <a:lnTo>
                          <a:pt x="11471" y="9117"/>
                        </a:lnTo>
                        <a:lnTo>
                          <a:pt x="14948" y="9112"/>
                        </a:lnTo>
                        <a:cubicBezTo>
                          <a:pt x="14929" y="8523"/>
                          <a:pt x="14875" y="7935"/>
                          <a:pt x="14788" y="7351"/>
                        </a:cubicBezTo>
                        <a:cubicBezTo>
                          <a:pt x="14701" y="6766"/>
                          <a:pt x="14581" y="6186"/>
                          <a:pt x="14427" y="5613"/>
                        </a:cubicBezTo>
                        <a:cubicBezTo>
                          <a:pt x="13943" y="5735"/>
                          <a:pt x="13452" y="5833"/>
                          <a:pt x="12956" y="5906"/>
                        </a:cubicBezTo>
                        <a:cubicBezTo>
                          <a:pt x="12461" y="5978"/>
                          <a:pt x="11962" y="6026"/>
                          <a:pt x="11461" y="6049"/>
                        </a:cubicBezTo>
                        <a:close/>
                        <a:moveTo>
                          <a:pt x="15572" y="5263"/>
                        </a:moveTo>
                        <a:cubicBezTo>
                          <a:pt x="15742" y="5893"/>
                          <a:pt x="15875" y="6531"/>
                          <a:pt x="15973" y="7174"/>
                        </a:cubicBezTo>
                        <a:cubicBezTo>
                          <a:pt x="16071" y="7818"/>
                          <a:pt x="16134" y="8466"/>
                          <a:pt x="16159" y="9115"/>
                        </a:cubicBezTo>
                        <a:lnTo>
                          <a:pt x="20288" y="9113"/>
                        </a:lnTo>
                        <a:cubicBezTo>
                          <a:pt x="20222" y="8187"/>
                          <a:pt x="19998" y="7291"/>
                          <a:pt x="19612" y="6438"/>
                        </a:cubicBezTo>
                        <a:cubicBezTo>
                          <a:pt x="19229" y="5593"/>
                          <a:pt x="18689" y="4803"/>
                          <a:pt x="18014" y="4096"/>
                        </a:cubicBezTo>
                        <a:cubicBezTo>
                          <a:pt x="17761" y="4249"/>
                          <a:pt x="17515" y="4404"/>
                          <a:pt x="17252" y="4539"/>
                        </a:cubicBezTo>
                        <a:cubicBezTo>
                          <a:pt x="16981" y="4678"/>
                          <a:pt x="16700" y="4803"/>
                          <a:pt x="16417" y="4922"/>
                        </a:cubicBezTo>
                        <a:cubicBezTo>
                          <a:pt x="16138" y="5041"/>
                          <a:pt x="15856" y="5154"/>
                          <a:pt x="15572" y="5263"/>
                        </a:cubicBezTo>
                        <a:close/>
                        <a:moveTo>
                          <a:pt x="6575" y="10196"/>
                        </a:moveTo>
                        <a:cubicBezTo>
                          <a:pt x="6603" y="10793"/>
                          <a:pt x="6661" y="11389"/>
                          <a:pt x="6750" y="11981"/>
                        </a:cubicBezTo>
                        <a:cubicBezTo>
                          <a:pt x="6839" y="12572"/>
                          <a:pt x="6957" y="13158"/>
                          <a:pt x="7106" y="13738"/>
                        </a:cubicBezTo>
                        <a:cubicBezTo>
                          <a:pt x="7614" y="13596"/>
                          <a:pt x="8133" y="13484"/>
                          <a:pt x="8658" y="13404"/>
                        </a:cubicBezTo>
                        <a:cubicBezTo>
                          <a:pt x="9187" y="13322"/>
                          <a:pt x="9721" y="13272"/>
                          <a:pt x="10257" y="13255"/>
                        </a:cubicBezTo>
                        <a:lnTo>
                          <a:pt x="10256" y="10199"/>
                        </a:lnTo>
                        <a:lnTo>
                          <a:pt x="6575" y="10196"/>
                        </a:lnTo>
                        <a:close/>
                        <a:moveTo>
                          <a:pt x="11466" y="10203"/>
                        </a:moveTo>
                        <a:lnTo>
                          <a:pt x="11468" y="13259"/>
                        </a:lnTo>
                        <a:cubicBezTo>
                          <a:pt x="11971" y="13280"/>
                          <a:pt x="12472" y="13329"/>
                          <a:pt x="12968" y="13404"/>
                        </a:cubicBezTo>
                        <a:cubicBezTo>
                          <a:pt x="13459" y="13478"/>
                          <a:pt x="13945" y="13577"/>
                          <a:pt x="14423" y="13702"/>
                        </a:cubicBezTo>
                        <a:cubicBezTo>
                          <a:pt x="14575" y="13128"/>
                          <a:pt x="14695" y="12548"/>
                          <a:pt x="14782" y="11963"/>
                        </a:cubicBezTo>
                        <a:cubicBezTo>
                          <a:pt x="14870" y="11377"/>
                          <a:pt x="14923" y="10788"/>
                          <a:pt x="14944" y="10197"/>
                        </a:cubicBezTo>
                        <a:lnTo>
                          <a:pt x="11466" y="10203"/>
                        </a:lnTo>
                        <a:close/>
                        <a:moveTo>
                          <a:pt x="5381" y="15569"/>
                        </a:moveTo>
                        <a:cubicBezTo>
                          <a:pt x="5082" y="15713"/>
                          <a:pt x="4792" y="15869"/>
                          <a:pt x="4509" y="16036"/>
                        </a:cubicBezTo>
                        <a:cubicBezTo>
                          <a:pt x="4926" y="16380"/>
                          <a:pt x="5377" y="16688"/>
                          <a:pt x="5858" y="16955"/>
                        </a:cubicBezTo>
                        <a:cubicBezTo>
                          <a:pt x="6332" y="17219"/>
                          <a:pt x="6832" y="17442"/>
                          <a:pt x="7352" y="17622"/>
                        </a:cubicBezTo>
                        <a:cubicBezTo>
                          <a:pt x="7142" y="17227"/>
                          <a:pt x="6950" y="16825"/>
                          <a:pt x="6774" y="16417"/>
                        </a:cubicBezTo>
                        <a:cubicBezTo>
                          <a:pt x="6598" y="16008"/>
                          <a:pt x="6440" y="15594"/>
                          <a:pt x="6299" y="15175"/>
                        </a:cubicBezTo>
                        <a:cubicBezTo>
                          <a:pt x="5986" y="15293"/>
                          <a:pt x="5680" y="15425"/>
                          <a:pt x="5381" y="15569"/>
                        </a:cubicBezTo>
                        <a:close/>
                        <a:moveTo>
                          <a:pt x="16155" y="10201"/>
                        </a:moveTo>
                        <a:cubicBezTo>
                          <a:pt x="16133" y="10849"/>
                          <a:pt x="16073" y="11495"/>
                          <a:pt x="15977" y="12137"/>
                        </a:cubicBezTo>
                        <a:cubicBezTo>
                          <a:pt x="15879" y="12784"/>
                          <a:pt x="15745" y="13426"/>
                          <a:pt x="15574" y="14060"/>
                        </a:cubicBezTo>
                        <a:cubicBezTo>
                          <a:pt x="16001" y="14211"/>
                          <a:pt x="16419" y="14384"/>
                          <a:pt x="16826" y="14577"/>
                        </a:cubicBezTo>
                        <a:cubicBezTo>
                          <a:pt x="17236" y="14771"/>
                          <a:pt x="17633" y="14987"/>
                          <a:pt x="18016" y="15222"/>
                        </a:cubicBezTo>
                        <a:cubicBezTo>
                          <a:pt x="18694" y="14513"/>
                          <a:pt x="19224" y="13731"/>
                          <a:pt x="19609" y="12877"/>
                        </a:cubicBezTo>
                        <a:cubicBezTo>
                          <a:pt x="19994" y="12023"/>
                          <a:pt x="20222" y="11118"/>
                          <a:pt x="20283" y="10199"/>
                        </a:cubicBezTo>
                        <a:lnTo>
                          <a:pt x="16155" y="10201"/>
                        </a:lnTo>
                        <a:close/>
                        <a:moveTo>
                          <a:pt x="7429" y="14800"/>
                        </a:moveTo>
                        <a:cubicBezTo>
                          <a:pt x="7620" y="15363"/>
                          <a:pt x="7844" y="15916"/>
                          <a:pt x="8099" y="16458"/>
                        </a:cubicBezTo>
                        <a:cubicBezTo>
                          <a:pt x="8356" y="17002"/>
                          <a:pt x="8644" y="17533"/>
                          <a:pt x="8962" y="18050"/>
                        </a:cubicBezTo>
                        <a:cubicBezTo>
                          <a:pt x="9173" y="18086"/>
                          <a:pt x="9385" y="18116"/>
                          <a:pt x="9598" y="18141"/>
                        </a:cubicBezTo>
                        <a:cubicBezTo>
                          <a:pt x="9820" y="18167"/>
                          <a:pt x="10043" y="18186"/>
                          <a:pt x="10266" y="18199"/>
                        </a:cubicBezTo>
                        <a:lnTo>
                          <a:pt x="10261" y="14353"/>
                        </a:lnTo>
                        <a:cubicBezTo>
                          <a:pt x="9783" y="14371"/>
                          <a:pt x="9307" y="14418"/>
                          <a:pt x="8836" y="14492"/>
                        </a:cubicBezTo>
                        <a:cubicBezTo>
                          <a:pt x="8360" y="14567"/>
                          <a:pt x="7890" y="14670"/>
                          <a:pt x="7429" y="14800"/>
                        </a:cubicBezTo>
                        <a:close/>
                        <a:moveTo>
                          <a:pt x="11472" y="14357"/>
                        </a:moveTo>
                        <a:lnTo>
                          <a:pt x="11464" y="18210"/>
                        </a:lnTo>
                        <a:cubicBezTo>
                          <a:pt x="11645" y="18195"/>
                          <a:pt x="11825" y="18177"/>
                          <a:pt x="12006" y="18156"/>
                        </a:cubicBezTo>
                        <a:cubicBezTo>
                          <a:pt x="12189" y="18134"/>
                          <a:pt x="12372" y="18110"/>
                          <a:pt x="12554" y="18082"/>
                        </a:cubicBezTo>
                        <a:cubicBezTo>
                          <a:pt x="12876" y="17558"/>
                          <a:pt x="13167" y="17018"/>
                          <a:pt x="13425" y="16466"/>
                        </a:cubicBezTo>
                        <a:cubicBezTo>
                          <a:pt x="13684" y="15913"/>
                          <a:pt x="13910" y="15348"/>
                          <a:pt x="14103" y="14773"/>
                        </a:cubicBezTo>
                        <a:cubicBezTo>
                          <a:pt x="13676" y="14656"/>
                          <a:pt x="13242" y="14562"/>
                          <a:pt x="12803" y="14492"/>
                        </a:cubicBezTo>
                        <a:cubicBezTo>
                          <a:pt x="12363" y="14422"/>
                          <a:pt x="11918" y="14377"/>
                          <a:pt x="11472" y="14357"/>
                        </a:cubicBezTo>
                        <a:close/>
                        <a:moveTo>
                          <a:pt x="15240" y="15139"/>
                        </a:moveTo>
                        <a:cubicBezTo>
                          <a:pt x="15090" y="15576"/>
                          <a:pt x="14923" y="16007"/>
                          <a:pt x="14739" y="16433"/>
                        </a:cubicBezTo>
                        <a:cubicBezTo>
                          <a:pt x="14553" y="16863"/>
                          <a:pt x="14350" y="17286"/>
                          <a:pt x="14131" y="17702"/>
                        </a:cubicBezTo>
                        <a:cubicBezTo>
                          <a:pt x="14647" y="17532"/>
                          <a:pt x="15145" y="17322"/>
                          <a:pt x="15621" y="17076"/>
                        </a:cubicBezTo>
                        <a:cubicBezTo>
                          <a:pt x="16176" y="16790"/>
                          <a:pt x="16697" y="16455"/>
                          <a:pt x="17178" y="16076"/>
                        </a:cubicBezTo>
                        <a:cubicBezTo>
                          <a:pt x="16873" y="15891"/>
                          <a:pt x="16558" y="15719"/>
                          <a:pt x="16234" y="15562"/>
                        </a:cubicBezTo>
                        <a:cubicBezTo>
                          <a:pt x="15911" y="15406"/>
                          <a:pt x="15579" y="15265"/>
                          <a:pt x="15240" y="15139"/>
                        </a:cubicBez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8" name="Group 32263"/>
              <p:cNvGrpSpPr/>
              <p:nvPr/>
            </p:nvGrpSpPr>
            <p:grpSpPr>
              <a:xfrm>
                <a:off x="4071073" y="-1"/>
                <a:ext cx="2554104" cy="2553869"/>
                <a:chOff x="0" y="0"/>
                <a:chExt cx="2554103" cy="2553867"/>
              </a:xfrm>
            </p:grpSpPr>
            <p:sp>
              <p:nvSpPr>
                <p:cNvPr id="82" name="Shape 32259"/>
                <p:cNvSpPr/>
                <p:nvPr/>
              </p:nvSpPr>
              <p:spPr>
                <a:xfrm flipH="1">
                  <a:off x="-1" y="-1"/>
                  <a:ext cx="2554105" cy="2553869"/>
                </a:xfrm>
                <a:custGeom>
                  <a:avLst/>
                  <a:gdLst/>
                  <a:ahLst/>
                  <a:cxnLst>
                    <a:cxn ang="0">
                      <a:pos x="wd2" y="hd2"/>
                    </a:cxn>
                    <a:cxn ang="5400000">
                      <a:pos x="wd2" y="hd2"/>
                    </a:cxn>
                    <a:cxn ang="10800000">
                      <a:pos x="wd2" y="hd2"/>
                    </a:cxn>
                    <a:cxn ang="16200000">
                      <a:pos x="wd2" y="hd2"/>
                    </a:cxn>
                  </a:cxnLst>
                  <a:rect l="0" t="0" r="r" b="b"/>
                  <a:pathLst>
                    <a:path w="21444" h="21512" extrusionOk="0">
                      <a:moveTo>
                        <a:pt x="12749" y="1497"/>
                      </a:moveTo>
                      <a:cubicBezTo>
                        <a:pt x="13642" y="534"/>
                        <a:pt x="14940" y="-11"/>
                        <a:pt x="16351" y="0"/>
                      </a:cubicBezTo>
                      <a:cubicBezTo>
                        <a:pt x="19190" y="23"/>
                        <a:pt x="21511" y="2294"/>
                        <a:pt x="21443" y="5108"/>
                      </a:cubicBezTo>
                      <a:cubicBezTo>
                        <a:pt x="21376" y="7854"/>
                        <a:pt x="19065" y="9991"/>
                        <a:pt x="16272" y="10141"/>
                      </a:cubicBezTo>
                      <a:cubicBezTo>
                        <a:pt x="16004" y="10156"/>
                        <a:pt x="15740" y="10130"/>
                        <a:pt x="15475" y="10144"/>
                      </a:cubicBezTo>
                      <a:cubicBezTo>
                        <a:pt x="14107" y="10214"/>
                        <a:pt x="12910" y="11031"/>
                        <a:pt x="11988" y="12027"/>
                      </a:cubicBezTo>
                      <a:cubicBezTo>
                        <a:pt x="11051" y="13038"/>
                        <a:pt x="10337" y="14269"/>
                        <a:pt x="10104" y="15636"/>
                      </a:cubicBezTo>
                      <a:cubicBezTo>
                        <a:pt x="10068" y="15852"/>
                        <a:pt x="10049" y="16069"/>
                        <a:pt x="10032" y="16287"/>
                      </a:cubicBezTo>
                      <a:cubicBezTo>
                        <a:pt x="10065" y="19098"/>
                        <a:pt x="7877" y="21434"/>
                        <a:pt x="5094" y="21510"/>
                      </a:cubicBezTo>
                      <a:cubicBezTo>
                        <a:pt x="2244" y="21589"/>
                        <a:pt x="-89" y="19258"/>
                        <a:pt x="3" y="16402"/>
                      </a:cubicBezTo>
                      <a:cubicBezTo>
                        <a:pt x="91" y="13654"/>
                        <a:pt x="2387" y="11511"/>
                        <a:pt x="5171" y="11372"/>
                      </a:cubicBezTo>
                      <a:cubicBezTo>
                        <a:pt x="5446" y="11358"/>
                        <a:pt x="5717" y="11383"/>
                        <a:pt x="5989" y="11368"/>
                      </a:cubicBezTo>
                      <a:cubicBezTo>
                        <a:pt x="7349" y="11292"/>
                        <a:pt x="8527" y="10463"/>
                        <a:pt x="9472" y="9503"/>
                      </a:cubicBezTo>
                      <a:cubicBezTo>
                        <a:pt x="10410" y="8551"/>
                        <a:pt x="11218" y="7374"/>
                        <a:pt x="11319" y="6020"/>
                      </a:cubicBezTo>
                      <a:cubicBezTo>
                        <a:pt x="11339" y="5744"/>
                        <a:pt x="11319" y="5468"/>
                        <a:pt x="11335" y="5188"/>
                      </a:cubicBezTo>
                      <a:cubicBezTo>
                        <a:pt x="11412" y="3793"/>
                        <a:pt x="11851" y="2466"/>
                        <a:pt x="12749" y="1497"/>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ym typeface="+mn-lt"/>
                  </a:endParaRPr>
                </a:p>
              </p:txBody>
            </p:sp>
            <p:grpSp>
              <p:nvGrpSpPr>
                <p:cNvPr id="85" name="Group 32262"/>
                <p:cNvGrpSpPr/>
                <p:nvPr/>
              </p:nvGrpSpPr>
              <p:grpSpPr>
                <a:xfrm>
                  <a:off x="139280" y="129404"/>
                  <a:ext cx="913489" cy="913490"/>
                  <a:chOff x="0" y="0"/>
                  <a:chExt cx="913488" cy="913488"/>
                </a:xfrm>
              </p:grpSpPr>
              <p:sp>
                <p:nvSpPr>
                  <p:cNvPr id="86" name="Shape 32260"/>
                  <p:cNvSpPr/>
                  <p:nvPr/>
                </p:nvSpPr>
                <p:spPr>
                  <a:xfrm flipH="1">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87" name="Shape 32261"/>
                  <p:cNvSpPr/>
                  <p:nvPr/>
                </p:nvSpPr>
                <p:spPr>
                  <a:xfrm>
                    <a:off x="358656" y="235446"/>
                    <a:ext cx="200552" cy="442597"/>
                  </a:xfrm>
                  <a:custGeom>
                    <a:avLst/>
                    <a:gdLst/>
                    <a:ahLst/>
                    <a:cxnLst>
                      <a:cxn ang="0">
                        <a:pos x="wd2" y="hd2"/>
                      </a:cxn>
                      <a:cxn ang="5400000">
                        <a:pos x="wd2" y="hd2"/>
                      </a:cxn>
                      <a:cxn ang="10800000">
                        <a:pos x="wd2" y="hd2"/>
                      </a:cxn>
                      <a:cxn ang="16200000">
                        <a:pos x="wd2" y="hd2"/>
                      </a:cxn>
                    </a:cxnLst>
                    <a:rect l="0" t="0" r="r" b="b"/>
                    <a:pathLst>
                      <a:path w="21600" h="21600" extrusionOk="0">
                        <a:moveTo>
                          <a:pt x="19100" y="18466"/>
                        </a:moveTo>
                        <a:lnTo>
                          <a:pt x="2500" y="18466"/>
                        </a:lnTo>
                        <a:lnTo>
                          <a:pt x="2500" y="3136"/>
                        </a:lnTo>
                        <a:lnTo>
                          <a:pt x="19100" y="3136"/>
                        </a:lnTo>
                        <a:cubicBezTo>
                          <a:pt x="19100" y="3136"/>
                          <a:pt x="19100" y="18466"/>
                          <a:pt x="19100" y="18466"/>
                        </a:cubicBezTo>
                        <a:close/>
                        <a:moveTo>
                          <a:pt x="10853" y="20779"/>
                        </a:moveTo>
                        <a:cubicBezTo>
                          <a:pt x="10002" y="20779"/>
                          <a:pt x="9310" y="20457"/>
                          <a:pt x="9310" y="20058"/>
                        </a:cubicBezTo>
                        <a:cubicBezTo>
                          <a:pt x="9310" y="19659"/>
                          <a:pt x="10002" y="19337"/>
                          <a:pt x="10853" y="19337"/>
                        </a:cubicBezTo>
                        <a:cubicBezTo>
                          <a:pt x="11704" y="19337"/>
                          <a:pt x="12396" y="19659"/>
                          <a:pt x="12396" y="20058"/>
                        </a:cubicBezTo>
                        <a:cubicBezTo>
                          <a:pt x="12396" y="20457"/>
                          <a:pt x="11704" y="20779"/>
                          <a:pt x="10853" y="20779"/>
                        </a:cubicBezTo>
                        <a:close/>
                        <a:moveTo>
                          <a:pt x="17876" y="0"/>
                        </a:moveTo>
                        <a:lnTo>
                          <a:pt x="3724" y="0"/>
                        </a:lnTo>
                        <a:cubicBezTo>
                          <a:pt x="1664" y="0"/>
                          <a:pt x="0" y="780"/>
                          <a:pt x="0" y="1741"/>
                        </a:cubicBezTo>
                        <a:lnTo>
                          <a:pt x="0" y="19859"/>
                        </a:lnTo>
                        <a:cubicBezTo>
                          <a:pt x="0" y="20820"/>
                          <a:pt x="1664" y="21600"/>
                          <a:pt x="3724" y="21600"/>
                        </a:cubicBezTo>
                        <a:lnTo>
                          <a:pt x="17876" y="21600"/>
                        </a:lnTo>
                        <a:cubicBezTo>
                          <a:pt x="19931" y="21600"/>
                          <a:pt x="21600" y="20820"/>
                          <a:pt x="21600" y="19859"/>
                        </a:cubicBezTo>
                        <a:lnTo>
                          <a:pt x="21600" y="1741"/>
                        </a:lnTo>
                        <a:cubicBezTo>
                          <a:pt x="21600" y="780"/>
                          <a:pt x="19931" y="0"/>
                          <a:pt x="17876" y="0"/>
                        </a:cubicBezTo>
                        <a:close/>
                      </a:path>
                    </a:pathLst>
                  </a:custGeom>
                  <a:solidFill>
                    <a:srgbClr val="A3D7D3"/>
                  </a:solidFill>
                  <a:ln w="12700" cap="flat">
                    <a:noFill/>
                    <a:miter lim="400000"/>
                  </a:ln>
                  <a:effectLst/>
                </p:spPr>
                <p:txBody>
                  <a:bodyPr wrap="square" lIns="20092" tIns="20092" rIns="20092" bIns="20092" numCol="1" anchor="ctr">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49" name="Group 32268"/>
              <p:cNvGrpSpPr/>
              <p:nvPr/>
            </p:nvGrpSpPr>
            <p:grpSpPr>
              <a:xfrm>
                <a:off x="5440642" y="-1"/>
                <a:ext cx="2553928" cy="2554059"/>
                <a:chOff x="9969" y="-1"/>
                <a:chExt cx="2553927" cy="2554058"/>
              </a:xfrm>
            </p:grpSpPr>
            <p:sp>
              <p:nvSpPr>
                <p:cNvPr id="78" name="Shape 32264"/>
                <p:cNvSpPr/>
                <p:nvPr/>
              </p:nvSpPr>
              <p:spPr>
                <a:xfrm flipH="1">
                  <a:off x="9969" y="-1"/>
                  <a:ext cx="2553927" cy="2554058"/>
                </a:xfrm>
                <a:custGeom>
                  <a:avLst/>
                  <a:gdLst/>
                  <a:ahLst/>
                  <a:cxnLst>
                    <a:cxn ang="0">
                      <a:pos x="wd2" y="hd2"/>
                    </a:cxn>
                    <a:cxn ang="5400000">
                      <a:pos x="wd2" y="hd2"/>
                    </a:cxn>
                    <a:cxn ang="10800000">
                      <a:pos x="wd2" y="hd2"/>
                    </a:cxn>
                    <a:cxn ang="16200000">
                      <a:pos x="wd2" y="hd2"/>
                    </a:cxn>
                  </a:cxnLst>
                  <a:rect l="0" t="0" r="r" b="b"/>
                  <a:pathLst>
                    <a:path w="21503" h="21451" extrusionOk="0">
                      <a:moveTo>
                        <a:pt x="20007" y="12753"/>
                      </a:moveTo>
                      <a:cubicBezTo>
                        <a:pt x="20969" y="13646"/>
                        <a:pt x="21514" y="14945"/>
                        <a:pt x="21502" y="16357"/>
                      </a:cubicBezTo>
                      <a:cubicBezTo>
                        <a:pt x="21479" y="19196"/>
                        <a:pt x="19210" y="21517"/>
                        <a:pt x="16397" y="21450"/>
                      </a:cubicBezTo>
                      <a:cubicBezTo>
                        <a:pt x="13651" y="21384"/>
                        <a:pt x="11513" y="19072"/>
                        <a:pt x="11366" y="16277"/>
                      </a:cubicBezTo>
                      <a:cubicBezTo>
                        <a:pt x="11352" y="16010"/>
                        <a:pt x="11378" y="15745"/>
                        <a:pt x="11364" y="15480"/>
                      </a:cubicBezTo>
                      <a:cubicBezTo>
                        <a:pt x="11289" y="14115"/>
                        <a:pt x="10442" y="12944"/>
                        <a:pt x="9481" y="11992"/>
                      </a:cubicBezTo>
                      <a:cubicBezTo>
                        <a:pt x="8487" y="11006"/>
                        <a:pt x="7279" y="10159"/>
                        <a:pt x="5873" y="10107"/>
                      </a:cubicBezTo>
                      <a:cubicBezTo>
                        <a:pt x="5644" y="10099"/>
                        <a:pt x="5415" y="10121"/>
                        <a:pt x="5185" y="10111"/>
                      </a:cubicBezTo>
                      <a:cubicBezTo>
                        <a:pt x="2388" y="9998"/>
                        <a:pt x="87" y="7843"/>
                        <a:pt x="2" y="5095"/>
                      </a:cubicBezTo>
                      <a:cubicBezTo>
                        <a:pt x="-86" y="2246"/>
                        <a:pt x="2251" y="-83"/>
                        <a:pt x="5108" y="2"/>
                      </a:cubicBezTo>
                      <a:cubicBezTo>
                        <a:pt x="7841" y="84"/>
                        <a:pt x="9993" y="2342"/>
                        <a:pt x="10136" y="5105"/>
                      </a:cubicBezTo>
                      <a:cubicBezTo>
                        <a:pt x="10152" y="5403"/>
                        <a:pt x="10123" y="5696"/>
                        <a:pt x="10140" y="5991"/>
                      </a:cubicBezTo>
                      <a:cubicBezTo>
                        <a:pt x="10219" y="7351"/>
                        <a:pt x="11045" y="8529"/>
                        <a:pt x="12004" y="9475"/>
                      </a:cubicBezTo>
                      <a:cubicBezTo>
                        <a:pt x="12956" y="10414"/>
                        <a:pt x="14132" y="11222"/>
                        <a:pt x="15485" y="11322"/>
                      </a:cubicBezTo>
                      <a:cubicBezTo>
                        <a:pt x="15762" y="11343"/>
                        <a:pt x="16038" y="11323"/>
                        <a:pt x="16317" y="11338"/>
                      </a:cubicBezTo>
                      <a:cubicBezTo>
                        <a:pt x="17711" y="11416"/>
                        <a:pt x="19038" y="11855"/>
                        <a:pt x="20007" y="12753"/>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sym typeface="+mn-lt"/>
                  </a:endParaRPr>
                </a:p>
              </p:txBody>
            </p:sp>
            <p:grpSp>
              <p:nvGrpSpPr>
                <p:cNvPr id="79" name="Group 32267"/>
                <p:cNvGrpSpPr/>
                <p:nvPr/>
              </p:nvGrpSpPr>
              <p:grpSpPr>
                <a:xfrm>
                  <a:off x="132866" y="1518638"/>
                  <a:ext cx="913489" cy="913489"/>
                  <a:chOff x="0" y="0"/>
                  <a:chExt cx="913488" cy="913488"/>
                </a:xfrm>
              </p:grpSpPr>
              <p:sp>
                <p:nvSpPr>
                  <p:cNvPr id="80" name="Shape 32265"/>
                  <p:cNvSpPr/>
                  <p:nvPr/>
                </p:nvSpPr>
                <p:spPr>
                  <a:xfrm>
                    <a:off x="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81" name="Shape 32266"/>
                  <p:cNvSpPr/>
                  <p:nvPr/>
                </p:nvSpPr>
                <p:spPr>
                  <a:xfrm>
                    <a:off x="311269" y="276857"/>
                    <a:ext cx="300053" cy="369296"/>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52" name="Group 32277"/>
              <p:cNvGrpSpPr/>
              <p:nvPr/>
            </p:nvGrpSpPr>
            <p:grpSpPr>
              <a:xfrm>
                <a:off x="6810257" y="-1"/>
                <a:ext cx="2553928" cy="2554060"/>
                <a:chOff x="9970" y="-1"/>
                <a:chExt cx="2553927" cy="2554059"/>
              </a:xfrm>
            </p:grpSpPr>
            <p:grpSp>
              <p:nvGrpSpPr>
                <p:cNvPr id="53" name="Group 32273"/>
                <p:cNvGrpSpPr/>
                <p:nvPr/>
              </p:nvGrpSpPr>
              <p:grpSpPr>
                <a:xfrm>
                  <a:off x="9970" y="-1"/>
                  <a:ext cx="2553927" cy="2554059"/>
                  <a:chOff x="9970" y="-1"/>
                  <a:chExt cx="2553926" cy="2554058"/>
                </a:xfrm>
              </p:grpSpPr>
              <p:sp>
                <p:nvSpPr>
                  <p:cNvPr id="63" name="Shape 32269"/>
                  <p:cNvSpPr/>
                  <p:nvPr/>
                </p:nvSpPr>
                <p:spPr>
                  <a:xfrm>
                    <a:off x="9970" y="-1"/>
                    <a:ext cx="2553926" cy="2554058"/>
                  </a:xfrm>
                  <a:custGeom>
                    <a:avLst/>
                    <a:gdLst/>
                    <a:ahLst/>
                    <a:cxnLst>
                      <a:cxn ang="0">
                        <a:pos x="wd2" y="hd2"/>
                      </a:cxn>
                      <a:cxn ang="5400000">
                        <a:pos x="wd2" y="hd2"/>
                      </a:cxn>
                      <a:cxn ang="10800000">
                        <a:pos x="wd2" y="hd2"/>
                      </a:cxn>
                      <a:cxn ang="16200000">
                        <a:pos x="wd2" y="hd2"/>
                      </a:cxn>
                    </a:cxnLst>
                    <a:rect l="0" t="0" r="r" b="b"/>
                    <a:pathLst>
                      <a:path w="21503" h="21451" extrusionOk="0">
                        <a:moveTo>
                          <a:pt x="20007" y="12753"/>
                        </a:moveTo>
                        <a:cubicBezTo>
                          <a:pt x="20969" y="13646"/>
                          <a:pt x="21514" y="14945"/>
                          <a:pt x="21502" y="16357"/>
                        </a:cubicBezTo>
                        <a:cubicBezTo>
                          <a:pt x="21479" y="19196"/>
                          <a:pt x="19210" y="21517"/>
                          <a:pt x="16397" y="21450"/>
                        </a:cubicBezTo>
                        <a:cubicBezTo>
                          <a:pt x="13651" y="21384"/>
                          <a:pt x="11513" y="19072"/>
                          <a:pt x="11366" y="16277"/>
                        </a:cubicBezTo>
                        <a:cubicBezTo>
                          <a:pt x="11352" y="16010"/>
                          <a:pt x="11378" y="15745"/>
                          <a:pt x="11364" y="15480"/>
                        </a:cubicBezTo>
                        <a:cubicBezTo>
                          <a:pt x="11289" y="14115"/>
                          <a:pt x="10442" y="12944"/>
                          <a:pt x="9481" y="11992"/>
                        </a:cubicBezTo>
                        <a:cubicBezTo>
                          <a:pt x="8487" y="11006"/>
                          <a:pt x="7279" y="10159"/>
                          <a:pt x="5873" y="10107"/>
                        </a:cubicBezTo>
                        <a:cubicBezTo>
                          <a:pt x="5644" y="10099"/>
                          <a:pt x="5415" y="10121"/>
                          <a:pt x="5185" y="10111"/>
                        </a:cubicBezTo>
                        <a:cubicBezTo>
                          <a:pt x="2388" y="9998"/>
                          <a:pt x="87" y="7843"/>
                          <a:pt x="2" y="5095"/>
                        </a:cubicBezTo>
                        <a:cubicBezTo>
                          <a:pt x="-86" y="2246"/>
                          <a:pt x="2251" y="-83"/>
                          <a:pt x="5108" y="2"/>
                        </a:cubicBezTo>
                        <a:cubicBezTo>
                          <a:pt x="7841" y="84"/>
                          <a:pt x="9993" y="2342"/>
                          <a:pt x="10136" y="5105"/>
                        </a:cubicBezTo>
                        <a:cubicBezTo>
                          <a:pt x="10152" y="5403"/>
                          <a:pt x="10123" y="5696"/>
                          <a:pt x="10140" y="5991"/>
                        </a:cubicBezTo>
                        <a:cubicBezTo>
                          <a:pt x="10219" y="7351"/>
                          <a:pt x="11045" y="8529"/>
                          <a:pt x="12004" y="9475"/>
                        </a:cubicBezTo>
                        <a:cubicBezTo>
                          <a:pt x="12956" y="10414"/>
                          <a:pt x="14132" y="11222"/>
                          <a:pt x="15485" y="11322"/>
                        </a:cubicBezTo>
                        <a:cubicBezTo>
                          <a:pt x="15762" y="11343"/>
                          <a:pt x="16038" y="11323"/>
                          <a:pt x="16317" y="11338"/>
                        </a:cubicBezTo>
                        <a:cubicBezTo>
                          <a:pt x="17711" y="11416"/>
                          <a:pt x="19038" y="11855"/>
                          <a:pt x="20007" y="12753"/>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ym typeface="+mn-lt"/>
                    </a:endParaRPr>
                  </a:p>
                </p:txBody>
              </p:sp>
              <p:grpSp>
                <p:nvGrpSpPr>
                  <p:cNvPr id="69" name="Group 32272"/>
                  <p:cNvGrpSpPr/>
                  <p:nvPr/>
                </p:nvGrpSpPr>
                <p:grpSpPr>
                  <a:xfrm>
                    <a:off x="148325" y="140729"/>
                    <a:ext cx="913491" cy="913491"/>
                    <a:chOff x="9970" y="0"/>
                    <a:chExt cx="913489" cy="913489"/>
                  </a:xfrm>
                </p:grpSpPr>
                <p:sp>
                  <p:nvSpPr>
                    <p:cNvPr id="71" name="Shape 32270"/>
                    <p:cNvSpPr/>
                    <p:nvPr/>
                  </p:nvSpPr>
                  <p:spPr>
                    <a:xfrm flipH="1">
                      <a:off x="9970" y="0"/>
                      <a:ext cx="913489" cy="913489"/>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77" name="Shape 32271"/>
                    <p:cNvSpPr/>
                    <p:nvPr/>
                  </p:nvSpPr>
                  <p:spPr>
                    <a:xfrm>
                      <a:off x="286985" y="288178"/>
                      <a:ext cx="359458" cy="359458"/>
                    </a:xfrm>
                    <a:custGeom>
                      <a:avLst/>
                      <a:gdLst/>
                      <a:ahLst/>
                      <a:cxnLst>
                        <a:cxn ang="0">
                          <a:pos x="wd2" y="hd2"/>
                        </a:cxn>
                        <a:cxn ang="5400000">
                          <a:pos x="wd2" y="hd2"/>
                        </a:cxn>
                        <a:cxn ang="10800000">
                          <a:pos x="wd2" y="hd2"/>
                        </a:cxn>
                        <a:cxn ang="16200000">
                          <a:pos x="wd2" y="hd2"/>
                        </a:cxn>
                      </a:cxnLst>
                      <a:rect l="0" t="0" r="r" b="b"/>
                      <a:pathLst>
                        <a:path w="21600" h="21600" extrusionOk="0">
                          <a:moveTo>
                            <a:pt x="3374" y="0"/>
                          </a:moveTo>
                          <a:lnTo>
                            <a:pt x="3374" y="5396"/>
                          </a:lnTo>
                          <a:lnTo>
                            <a:pt x="3374" y="10123"/>
                          </a:lnTo>
                          <a:lnTo>
                            <a:pt x="4483" y="10792"/>
                          </a:lnTo>
                          <a:lnTo>
                            <a:pt x="4728" y="10792"/>
                          </a:lnTo>
                          <a:lnTo>
                            <a:pt x="4728" y="1337"/>
                          </a:lnTo>
                          <a:lnTo>
                            <a:pt x="12830" y="1337"/>
                          </a:lnTo>
                          <a:lnTo>
                            <a:pt x="12830" y="5396"/>
                          </a:lnTo>
                          <a:lnTo>
                            <a:pt x="16872" y="5396"/>
                          </a:lnTo>
                          <a:lnTo>
                            <a:pt x="16872" y="10792"/>
                          </a:lnTo>
                          <a:lnTo>
                            <a:pt x="17117" y="10792"/>
                          </a:lnTo>
                          <a:cubicBezTo>
                            <a:pt x="17117" y="10792"/>
                            <a:pt x="18226" y="10123"/>
                            <a:pt x="18226" y="10123"/>
                          </a:cubicBezTo>
                          <a:cubicBezTo>
                            <a:pt x="18226" y="8972"/>
                            <a:pt x="18226" y="6632"/>
                            <a:pt x="18226" y="5396"/>
                          </a:cubicBezTo>
                          <a:cubicBezTo>
                            <a:pt x="18226" y="5385"/>
                            <a:pt x="18226" y="5374"/>
                            <a:pt x="18226" y="5363"/>
                          </a:cubicBezTo>
                          <a:cubicBezTo>
                            <a:pt x="18225" y="5377"/>
                            <a:pt x="12845" y="0"/>
                            <a:pt x="12830" y="0"/>
                          </a:cubicBezTo>
                          <a:cubicBezTo>
                            <a:pt x="8831" y="0"/>
                            <a:pt x="3374" y="0"/>
                            <a:pt x="3374" y="0"/>
                          </a:cubicBezTo>
                          <a:close/>
                          <a:moveTo>
                            <a:pt x="2690" y="7075"/>
                          </a:moveTo>
                          <a:lnTo>
                            <a:pt x="0" y="9439"/>
                          </a:lnTo>
                          <a:lnTo>
                            <a:pt x="2021" y="9439"/>
                          </a:lnTo>
                          <a:lnTo>
                            <a:pt x="2690" y="9439"/>
                          </a:lnTo>
                          <a:cubicBezTo>
                            <a:pt x="2690" y="9439"/>
                            <a:pt x="2690" y="7075"/>
                            <a:pt x="2690" y="7075"/>
                          </a:cubicBezTo>
                          <a:close/>
                          <a:moveTo>
                            <a:pt x="0" y="9439"/>
                          </a:moveTo>
                          <a:lnTo>
                            <a:pt x="0" y="21600"/>
                          </a:lnTo>
                          <a:cubicBezTo>
                            <a:pt x="0" y="21600"/>
                            <a:pt x="21600" y="21600"/>
                            <a:pt x="21600" y="21600"/>
                          </a:cubicBezTo>
                          <a:lnTo>
                            <a:pt x="21600" y="9439"/>
                          </a:lnTo>
                          <a:lnTo>
                            <a:pt x="14166" y="14166"/>
                          </a:lnTo>
                          <a:lnTo>
                            <a:pt x="14036" y="14166"/>
                          </a:lnTo>
                          <a:lnTo>
                            <a:pt x="10792" y="16188"/>
                          </a:lnTo>
                          <a:lnTo>
                            <a:pt x="7564" y="14166"/>
                          </a:lnTo>
                          <a:lnTo>
                            <a:pt x="7417" y="14166"/>
                          </a:lnTo>
                          <a:lnTo>
                            <a:pt x="0" y="9439"/>
                          </a:lnTo>
                          <a:close/>
                          <a:moveTo>
                            <a:pt x="21600" y="9439"/>
                          </a:moveTo>
                          <a:lnTo>
                            <a:pt x="18894" y="7075"/>
                          </a:lnTo>
                          <a:lnTo>
                            <a:pt x="18894" y="9439"/>
                          </a:lnTo>
                          <a:cubicBezTo>
                            <a:pt x="18894" y="9439"/>
                            <a:pt x="19579" y="9439"/>
                            <a:pt x="19579" y="9439"/>
                          </a:cubicBezTo>
                          <a:lnTo>
                            <a:pt x="21600" y="9439"/>
                          </a:lnTo>
                          <a:close/>
                        </a:path>
                      </a:pathLst>
                    </a:custGeom>
                    <a:solidFill>
                      <a:srgbClr val="A3D7D3"/>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nvGrpSpPr>
                <p:cNvPr id="57" name="Group 32276"/>
                <p:cNvGrpSpPr/>
                <p:nvPr/>
              </p:nvGrpSpPr>
              <p:grpSpPr>
                <a:xfrm>
                  <a:off x="1514671" y="1518195"/>
                  <a:ext cx="913933" cy="913933"/>
                  <a:chOff x="9970" y="0"/>
                  <a:chExt cx="913932" cy="913932"/>
                </a:xfrm>
              </p:grpSpPr>
              <p:sp>
                <p:nvSpPr>
                  <p:cNvPr id="59" name="Shape 32274"/>
                  <p:cNvSpPr/>
                  <p:nvPr/>
                </p:nvSpPr>
                <p:spPr>
                  <a:xfrm>
                    <a:off x="9970" y="0"/>
                    <a:ext cx="913932" cy="913932"/>
                  </a:xfrm>
                  <a:prstGeom prst="ellipse">
                    <a:avLst/>
                  </a:prstGeom>
                  <a:solidFill>
                    <a:srgbClr val="FFFFFF"/>
                  </a:solidFill>
                  <a:ln w="12700" cap="flat">
                    <a:noFill/>
                    <a:miter lim="400000"/>
                  </a:ln>
                  <a:effectLst/>
                </p:spPr>
                <p:txBody>
                  <a:bodyPr wrap="square" lIns="0" tIns="0" rIns="0" bIns="0" numCol="1" anchor="t">
                    <a:noAutofit/>
                  </a:bodyPr>
                  <a:lstStyle/>
                  <a:p>
                    <a:pPr algn="ctr"/>
                    <a:endParaRPr sz="3200">
                      <a:latin typeface="Arial" panose="020B0604020202020204" pitchFamily="34" charset="0"/>
                      <a:cs typeface="Arial" panose="020B0604020202020204" pitchFamily="34" charset="0"/>
                      <a:sym typeface="+mn-lt"/>
                    </a:endParaRPr>
                  </a:p>
                </p:txBody>
              </p:sp>
              <p:sp>
                <p:nvSpPr>
                  <p:cNvPr id="61" name="Shape 32275"/>
                  <p:cNvSpPr/>
                  <p:nvPr/>
                </p:nvSpPr>
                <p:spPr>
                  <a:xfrm rot="16200000" flipH="1">
                    <a:off x="310001" y="271366"/>
                    <a:ext cx="313869" cy="371199"/>
                  </a:xfrm>
                  <a:custGeom>
                    <a:avLst/>
                    <a:gdLst/>
                    <a:ahLst/>
                    <a:cxnLst>
                      <a:cxn ang="0">
                        <a:pos x="wd2" y="hd2"/>
                      </a:cxn>
                      <a:cxn ang="5400000">
                        <a:pos x="wd2" y="hd2"/>
                      </a:cxn>
                      <a:cxn ang="10800000">
                        <a:pos x="wd2" y="hd2"/>
                      </a:cxn>
                      <a:cxn ang="16200000">
                        <a:pos x="wd2" y="hd2"/>
                      </a:cxn>
                    </a:cxnLst>
                    <a:rect l="0" t="0" r="r" b="b"/>
                    <a:pathLst>
                      <a:path w="21419" h="21298" extrusionOk="0">
                        <a:moveTo>
                          <a:pt x="3138" y="20840"/>
                        </a:moveTo>
                        <a:cubicBezTo>
                          <a:pt x="2425" y="21446"/>
                          <a:pt x="1263" y="21451"/>
                          <a:pt x="544" y="20851"/>
                        </a:cubicBezTo>
                        <a:cubicBezTo>
                          <a:pt x="-181" y="20248"/>
                          <a:pt x="-181" y="19263"/>
                          <a:pt x="544" y="18659"/>
                        </a:cubicBezTo>
                        <a:lnTo>
                          <a:pt x="16984" y="10193"/>
                        </a:lnTo>
                        <a:lnTo>
                          <a:pt x="8313" y="2628"/>
                        </a:lnTo>
                        <a:cubicBezTo>
                          <a:pt x="7601" y="2022"/>
                          <a:pt x="7607" y="1046"/>
                          <a:pt x="8326" y="446"/>
                        </a:cubicBezTo>
                        <a:cubicBezTo>
                          <a:pt x="9041" y="-149"/>
                          <a:pt x="10193" y="-149"/>
                          <a:pt x="10907" y="446"/>
                        </a:cubicBezTo>
                        <a:lnTo>
                          <a:pt x="20881" y="9558"/>
                        </a:lnTo>
                        <a:cubicBezTo>
                          <a:pt x="21240" y="9860"/>
                          <a:pt x="21419" y="10251"/>
                          <a:pt x="21419" y="10643"/>
                        </a:cubicBezTo>
                        <a:cubicBezTo>
                          <a:pt x="21419" y="11035"/>
                          <a:pt x="21240" y="11427"/>
                          <a:pt x="20881" y="11728"/>
                        </a:cubicBezTo>
                        <a:lnTo>
                          <a:pt x="3138" y="20840"/>
                        </a:lnTo>
                        <a:close/>
                      </a:path>
                    </a:pathLst>
                  </a:custGeom>
                  <a:solidFill>
                    <a:srgbClr val="F8B1C5"/>
                  </a:solidFill>
                  <a:ln w="12700" cap="flat">
                    <a:noFill/>
                    <a:miter lim="400000"/>
                  </a:ln>
                  <a:effectLst/>
                </p:spPr>
                <p:txBody>
                  <a:bodyPr wrap="square" lIns="0" tIns="0" rIns="0" bIns="0" numCol="1" anchor="b">
                    <a:noAutofit/>
                  </a:bodyPr>
                  <a:lstStyle/>
                  <a:p>
                    <a:pPr algn="ctr"/>
                    <a:endParaRPr sz="3200">
                      <a:latin typeface="Arial" panose="020B0604020202020204" pitchFamily="34" charset="0"/>
                      <a:cs typeface="Arial" panose="020B0604020202020204" pitchFamily="34" charset="0"/>
                      <a:sym typeface="+mn-lt"/>
                    </a:endParaRPr>
                  </a:p>
                </p:txBody>
              </p:sp>
            </p:grpSp>
          </p:grpSp>
        </p:grpSp>
        <p:grpSp>
          <p:nvGrpSpPr>
            <p:cNvPr id="37" name="Group 32300"/>
            <p:cNvGrpSpPr/>
            <p:nvPr/>
          </p:nvGrpSpPr>
          <p:grpSpPr>
            <a:xfrm>
              <a:off x="0" y="941004"/>
              <a:ext cx="10464800" cy="3830914"/>
              <a:chOff x="0" y="941004"/>
              <a:chExt cx="10464800" cy="3830913"/>
            </a:xfrm>
          </p:grpSpPr>
          <p:sp>
            <p:nvSpPr>
              <p:cNvPr id="38" name="Shape 32280"/>
              <p:cNvSpPr/>
              <p:nvPr/>
            </p:nvSpPr>
            <p:spPr>
              <a:xfrm>
                <a:off x="0"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9" name="Shape 32283"/>
              <p:cNvSpPr/>
              <p:nvPr/>
            </p:nvSpPr>
            <p:spPr>
              <a:xfrm>
                <a:off x="2726267"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0" name="Shape 32286"/>
              <p:cNvSpPr/>
              <p:nvPr/>
            </p:nvSpPr>
            <p:spPr>
              <a:xfrm>
                <a:off x="5452534"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1" name="Shape 32289"/>
              <p:cNvSpPr/>
              <p:nvPr/>
            </p:nvSpPr>
            <p:spPr>
              <a:xfrm>
                <a:off x="8178800" y="4454416"/>
                <a:ext cx="2286000" cy="317501"/>
              </a:xfrm>
              <a:prstGeom prst="rect">
                <a:avLst/>
              </a:prstGeom>
              <a:noFill/>
              <a:ln w="12700" cap="flat">
                <a:noFill/>
                <a:miter lim="400000"/>
              </a:ln>
              <a:effectLst/>
            </p:spPr>
            <p:txBody>
              <a:bodyPr wrap="square" lIns="0" tIns="0" rIns="0" bIns="0" numCol="1" anchor="t">
                <a:noAutofit/>
              </a:bodyPr>
              <a:lstStyle>
                <a:lvl1pPr algn="l"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2" name="Shape 32292"/>
              <p:cNvSpPr/>
              <p:nvPr/>
            </p:nvSpPr>
            <p:spPr>
              <a:xfrm>
                <a:off x="1363134" y="941004"/>
                <a:ext cx="2286000" cy="317501"/>
              </a:xfrm>
              <a:prstGeom prst="rect">
                <a:avLst/>
              </a:prstGeom>
              <a:noFill/>
              <a:ln w="12700" cap="flat">
                <a:noFill/>
                <a:miter lim="400000"/>
              </a:ln>
              <a:effectLst/>
            </p:spPr>
            <p:txBody>
              <a:bodyPr wrap="square" lIns="0" tIns="0" rIns="0" bIns="0" numCol="1" anchor="t">
                <a:noAutofit/>
              </a:bodyPr>
              <a:lstStyle>
                <a:lvl1pPr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mn-ea"/>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mn-ea"/>
                  <a:cs typeface="Arial" panose="020B0604020202020204" pitchFamily="34" charset="0"/>
                  <a:sym typeface="+mn-lt"/>
                </a:endParaRPr>
              </a:p>
            </p:txBody>
          </p:sp>
          <p:sp>
            <p:nvSpPr>
              <p:cNvPr id="43" name="Shape 32295"/>
              <p:cNvSpPr/>
              <p:nvPr/>
            </p:nvSpPr>
            <p:spPr>
              <a:xfrm>
                <a:off x="4089401" y="941004"/>
                <a:ext cx="2286000" cy="317501"/>
              </a:xfrm>
              <a:prstGeom prst="rect">
                <a:avLst/>
              </a:prstGeom>
              <a:noFill/>
              <a:ln w="12700" cap="flat">
                <a:noFill/>
                <a:miter lim="400000"/>
              </a:ln>
              <a:effectLst/>
            </p:spPr>
            <p:txBody>
              <a:bodyPr wrap="square" lIns="0" tIns="0" rIns="0" bIns="0" numCol="1" anchor="t">
                <a:noAutofit/>
              </a:bodyPr>
              <a:lstStyle>
                <a:lvl1pPr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44" name="Shape 32298"/>
              <p:cNvSpPr/>
              <p:nvPr/>
            </p:nvSpPr>
            <p:spPr>
              <a:xfrm>
                <a:off x="6815668" y="941004"/>
                <a:ext cx="2286000" cy="317501"/>
              </a:xfrm>
              <a:prstGeom prst="rect">
                <a:avLst/>
              </a:prstGeom>
              <a:noFill/>
              <a:ln w="12700" cap="flat">
                <a:noFill/>
                <a:miter lim="400000"/>
              </a:ln>
              <a:effectLst/>
            </p:spPr>
            <p:txBody>
              <a:bodyPr wrap="square" lIns="0" tIns="0" rIns="0" bIns="0" numCol="1" anchor="t">
                <a:noAutofit/>
              </a:bodyPr>
              <a:lstStyle>
                <a:lvl1pPr defTabSz="584200">
                  <a:lnSpc>
                    <a:spcPct val="110000"/>
                  </a:lnSpc>
                  <a:spcBef>
                    <a:spcPts val="3000"/>
                  </a:spcBef>
                  <a:defRPr sz="2000">
                    <a:solidFill>
                      <a:srgbClr val="3483C9"/>
                    </a:solidFill>
                    <a:latin typeface="Helvetica Neue Light"/>
                    <a:ea typeface="Helvetica Neue Light"/>
                    <a:cs typeface="Helvetica Neue Light"/>
                    <a:sym typeface="Helvetica Neue Light"/>
                  </a:defRPr>
                </a:lvl1pPr>
              </a:lstStyle>
              <a:p>
                <a:pPr algn="ctr"/>
                <a:r>
                  <a:rPr lang="en-US" altLang="zh-CN" sz="18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Title here</a:t>
                </a:r>
                <a:endParaRPr lang="zh-CN" altLang="en-US" sz="18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02</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Arial" panose="020B0604020202020204" pitchFamily="34" charset="0"/>
              <a:cs typeface="Arial" panose="020B0604020202020204" pitchFamily="34" charset="0"/>
            </a:endParaRPr>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24876"/>
          <p:cNvGrpSpPr/>
          <p:nvPr/>
        </p:nvGrpSpPr>
        <p:grpSpPr>
          <a:xfrm>
            <a:off x="6434587" y="1894199"/>
            <a:ext cx="4540514" cy="3430117"/>
            <a:chOff x="-14669" y="-378274"/>
            <a:chExt cx="6132212" cy="4632559"/>
          </a:xfrm>
        </p:grpSpPr>
        <p:grpSp>
          <p:nvGrpSpPr>
            <p:cNvPr id="36" name="Group 24869"/>
            <p:cNvGrpSpPr/>
            <p:nvPr/>
          </p:nvGrpSpPr>
          <p:grpSpPr>
            <a:xfrm>
              <a:off x="-14668" y="-378274"/>
              <a:ext cx="6132211" cy="849644"/>
              <a:chOff x="-14668" y="-378274"/>
              <a:chExt cx="6132211" cy="849643"/>
            </a:xfrm>
          </p:grpSpPr>
          <p:sp>
            <p:nvSpPr>
              <p:cNvPr id="43" name="Shape 24867"/>
              <p:cNvSpPr/>
              <p:nvPr/>
            </p:nvSpPr>
            <p:spPr>
              <a:xfrm>
                <a:off x="-14668" y="-347922"/>
                <a:ext cx="819291" cy="819291"/>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01</a:t>
                </a:r>
                <a:endPar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4" name="Shape 24868"/>
              <p:cNvSpPr/>
              <p:nvPr/>
            </p:nvSpPr>
            <p:spPr>
              <a:xfrm>
                <a:off x="1325359" y="-378274"/>
                <a:ext cx="4792184" cy="827158"/>
              </a:xfrm>
              <a:prstGeom prst="rect">
                <a:avLst/>
              </a:prstGeom>
              <a:noFill/>
              <a:ln w="12700" cap="flat">
                <a:noFill/>
                <a:miter lim="400000"/>
              </a:ln>
              <a:effectLst/>
            </p:spPr>
            <p:txBody>
              <a:bodyPr wrap="square" lIns="0" tIns="0" rIns="0" bIns="0" numCol="1" anchor="t">
                <a:noAutofit/>
              </a:bodyPr>
              <a:lstStyle>
                <a:lvl1pPr algn="l" defTabSz="584200">
                  <a:lnSpc>
                    <a:spcPct val="120000"/>
                  </a:lnSpc>
                  <a:spcBef>
                    <a:spcPts val="1000"/>
                  </a:spcBef>
                  <a:defRPr sz="1600">
                    <a:solidFill>
                      <a:srgbClr val="4D4D4D"/>
                    </a:solidFill>
                    <a:latin typeface="Helvetica Neue Light"/>
                    <a:ea typeface="Helvetica Neue Light"/>
                    <a:cs typeface="Helvetica Neue Light"/>
                    <a:sym typeface="Helvetica Neue Light"/>
                  </a:defRPr>
                </a:lvl1pPr>
              </a:lstStyle>
              <a:p>
                <a:pPr>
                  <a:lnSpc>
                    <a:spcPct val="150000"/>
                  </a:lnSpc>
                </a:pPr>
                <a:r>
                  <a:rPr lang="en-US" altLang="zh-CN" sz="140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If you express your views properly, you can often get twice the result with half the effort.</a:t>
                </a:r>
                <a:endParaRPr lang="zh-CN" altLang="en-US" sz="1400" dirty="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grpSp>
        <p:grpSp>
          <p:nvGrpSpPr>
            <p:cNvPr id="37" name="Group 24872"/>
            <p:cNvGrpSpPr/>
            <p:nvPr/>
          </p:nvGrpSpPr>
          <p:grpSpPr>
            <a:xfrm>
              <a:off x="-14669" y="1530835"/>
              <a:ext cx="6132206" cy="827649"/>
              <a:chOff x="-14669" y="-347921"/>
              <a:chExt cx="6132206" cy="827647"/>
            </a:xfrm>
          </p:grpSpPr>
          <p:sp>
            <p:nvSpPr>
              <p:cNvPr id="41" name="Shape 24870"/>
              <p:cNvSpPr/>
              <p:nvPr/>
            </p:nvSpPr>
            <p:spPr>
              <a:xfrm>
                <a:off x="-14669" y="-347921"/>
                <a:ext cx="819291" cy="819290"/>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02</a:t>
                </a:r>
                <a:endPar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2" name="Shape 24871"/>
              <p:cNvSpPr/>
              <p:nvPr/>
            </p:nvSpPr>
            <p:spPr>
              <a:xfrm>
                <a:off x="1325357" y="-347433"/>
                <a:ext cx="4792180" cy="827159"/>
              </a:xfrm>
              <a:prstGeom prst="rect">
                <a:avLst/>
              </a:prstGeom>
              <a:noFill/>
              <a:ln w="12700" cap="flat">
                <a:noFill/>
                <a:miter lim="400000"/>
              </a:ln>
              <a:effectLst/>
            </p:spPr>
            <p:txBody>
              <a:bodyPr wrap="square" lIns="0" tIns="0" rIns="0" bIns="0" numCol="1" anchor="t">
                <a:noAutofit/>
              </a:bodyPr>
              <a:lstStyle/>
              <a:p>
                <a:pPr>
                  <a:lnSpc>
                    <a:spcPct val="150000"/>
                  </a:lnSpc>
                </a:pPr>
                <a:r>
                  <a:rPr lang="en-US" altLang="zh-CN" sz="14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400" dirty="0">
                  <a:solidFill>
                    <a:schemeClr val="tx1">
                      <a:lumMod val="65000"/>
                      <a:lumOff val="35000"/>
                    </a:schemeClr>
                  </a:solidFill>
                  <a:latin typeface="Arial" panose="020B0604020202020204" pitchFamily="34" charset="0"/>
                  <a:cs typeface="Arial" panose="020B0604020202020204" pitchFamily="34" charset="0"/>
                </a:endParaRPr>
              </a:p>
            </p:txBody>
          </p:sp>
        </p:grpSp>
        <p:grpSp>
          <p:nvGrpSpPr>
            <p:cNvPr id="38" name="Group 24875"/>
            <p:cNvGrpSpPr/>
            <p:nvPr/>
          </p:nvGrpSpPr>
          <p:grpSpPr>
            <a:xfrm>
              <a:off x="-14669" y="3415526"/>
              <a:ext cx="6132203" cy="838759"/>
              <a:chOff x="-14669" y="-367388"/>
              <a:chExt cx="6132203" cy="838757"/>
            </a:xfrm>
          </p:grpSpPr>
          <p:sp>
            <p:nvSpPr>
              <p:cNvPr id="39" name="Shape 24873"/>
              <p:cNvSpPr/>
              <p:nvPr/>
            </p:nvSpPr>
            <p:spPr>
              <a:xfrm>
                <a:off x="-14669" y="-347921"/>
                <a:ext cx="819291" cy="819290"/>
              </a:xfrm>
              <a:prstGeom prst="ellipse">
                <a:avLst/>
              </a:pr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03</a:t>
                </a:r>
                <a:endParaRPr sz="1600" dirty="0">
                  <a:solidFill>
                    <a:schemeClr val="l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0" name="Shape 24874"/>
              <p:cNvSpPr/>
              <p:nvPr/>
            </p:nvSpPr>
            <p:spPr>
              <a:xfrm>
                <a:off x="1325357" y="-367388"/>
                <a:ext cx="4792177" cy="827159"/>
              </a:xfrm>
              <a:prstGeom prst="rect">
                <a:avLst/>
              </a:prstGeom>
              <a:noFill/>
              <a:ln w="12700" cap="flat">
                <a:noFill/>
                <a:miter lim="400000"/>
              </a:ln>
              <a:effectLst/>
            </p:spPr>
            <p:txBody>
              <a:bodyPr wrap="square" lIns="0" tIns="0" rIns="0" bIns="0" numCol="1" anchor="t">
                <a:noAutofit/>
              </a:bodyPr>
              <a:lstStyle/>
              <a:p>
                <a:pPr>
                  <a:lnSpc>
                    <a:spcPct val="150000"/>
                  </a:lnSpc>
                </a:pPr>
                <a:r>
                  <a:rPr lang="en-US" altLang="zh-CN" sz="14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400" dirty="0">
                  <a:solidFill>
                    <a:schemeClr val="tx1">
                      <a:lumMod val="65000"/>
                      <a:lumOff val="35000"/>
                    </a:schemeClr>
                  </a:solidFill>
                  <a:latin typeface="Arial" panose="020B0604020202020204" pitchFamily="34" charset="0"/>
                  <a:cs typeface="Arial" panose="020B0604020202020204" pitchFamily="34" charset="0"/>
                </a:endParaRPr>
              </a:p>
            </p:txBody>
          </p:sp>
        </p:grpSp>
      </p:grpSp>
      <p:grpSp>
        <p:nvGrpSpPr>
          <p:cNvPr id="4" name="组合 3"/>
          <p:cNvGrpSpPr/>
          <p:nvPr/>
        </p:nvGrpSpPr>
        <p:grpSpPr>
          <a:xfrm>
            <a:off x="485052" y="1795101"/>
            <a:ext cx="5378322" cy="3759834"/>
            <a:chOff x="1087891" y="1795101"/>
            <a:chExt cx="5378322" cy="3759834"/>
          </a:xfrm>
        </p:grpSpPr>
        <p:sp>
          <p:nvSpPr>
            <p:cNvPr id="45" name="Shape 24843"/>
            <p:cNvSpPr/>
            <p:nvPr/>
          </p:nvSpPr>
          <p:spPr>
            <a:xfrm>
              <a:off x="1087891" y="1795101"/>
              <a:ext cx="3271609" cy="3267934"/>
            </a:xfrm>
            <a:custGeom>
              <a:avLst/>
              <a:gdLst/>
              <a:ahLst/>
              <a:cxnLst>
                <a:cxn ang="0">
                  <a:pos x="wd2" y="hd2"/>
                </a:cxn>
                <a:cxn ang="5400000">
                  <a:pos x="wd2" y="hd2"/>
                </a:cxn>
                <a:cxn ang="10800000">
                  <a:pos x="wd2" y="hd2"/>
                </a:cxn>
                <a:cxn ang="16200000">
                  <a:pos x="wd2" y="hd2"/>
                </a:cxn>
              </a:cxnLst>
              <a:rect l="0" t="0" r="r" b="b"/>
              <a:pathLst>
                <a:path w="21506" h="21506" extrusionOk="0">
                  <a:moveTo>
                    <a:pt x="12533" y="1541"/>
                  </a:moveTo>
                  <a:cubicBezTo>
                    <a:pt x="11582" y="2494"/>
                    <a:pt x="10993" y="3809"/>
                    <a:pt x="10993" y="5263"/>
                  </a:cubicBezTo>
                  <a:cubicBezTo>
                    <a:pt x="10993" y="6180"/>
                    <a:pt x="11228" y="7043"/>
                    <a:pt x="11640" y="7794"/>
                  </a:cubicBezTo>
                  <a:lnTo>
                    <a:pt x="282" y="19164"/>
                  </a:lnTo>
                  <a:cubicBezTo>
                    <a:pt x="-94" y="19541"/>
                    <a:pt x="-94" y="20157"/>
                    <a:pt x="282" y="20534"/>
                  </a:cubicBezTo>
                  <a:lnTo>
                    <a:pt x="967" y="21219"/>
                  </a:lnTo>
                  <a:cubicBezTo>
                    <a:pt x="1344" y="21596"/>
                    <a:pt x="1959" y="21596"/>
                    <a:pt x="2335" y="21219"/>
                  </a:cubicBezTo>
                  <a:lnTo>
                    <a:pt x="3214" y="20339"/>
                  </a:lnTo>
                  <a:lnTo>
                    <a:pt x="4097" y="21223"/>
                  </a:lnTo>
                  <a:cubicBezTo>
                    <a:pt x="4473" y="21600"/>
                    <a:pt x="5088" y="21600"/>
                    <a:pt x="5465" y="21223"/>
                  </a:cubicBezTo>
                  <a:lnTo>
                    <a:pt x="6150" y="20538"/>
                  </a:lnTo>
                  <a:cubicBezTo>
                    <a:pt x="6526" y="20161"/>
                    <a:pt x="6526" y="19545"/>
                    <a:pt x="6150" y="19168"/>
                  </a:cubicBezTo>
                  <a:lnTo>
                    <a:pt x="5267" y="18284"/>
                  </a:lnTo>
                  <a:lnTo>
                    <a:pt x="5849" y="17702"/>
                  </a:lnTo>
                  <a:lnTo>
                    <a:pt x="7206" y="19061"/>
                  </a:lnTo>
                  <a:cubicBezTo>
                    <a:pt x="7583" y="19438"/>
                    <a:pt x="8198" y="19437"/>
                    <a:pt x="8575" y="19060"/>
                  </a:cubicBezTo>
                  <a:lnTo>
                    <a:pt x="9259" y="18376"/>
                  </a:lnTo>
                  <a:cubicBezTo>
                    <a:pt x="9635" y="17999"/>
                    <a:pt x="9636" y="17382"/>
                    <a:pt x="9260" y="17005"/>
                  </a:cubicBezTo>
                  <a:lnTo>
                    <a:pt x="7902" y="15646"/>
                  </a:lnTo>
                  <a:lnTo>
                    <a:pt x="13687" y="9855"/>
                  </a:lnTo>
                  <a:cubicBezTo>
                    <a:pt x="14445" y="10280"/>
                    <a:pt x="15318" y="10525"/>
                    <a:pt x="16249" y="10525"/>
                  </a:cubicBezTo>
                  <a:cubicBezTo>
                    <a:pt x="19152" y="10525"/>
                    <a:pt x="21506" y="8169"/>
                    <a:pt x="21506" y="5263"/>
                  </a:cubicBezTo>
                  <a:cubicBezTo>
                    <a:pt x="21506" y="2356"/>
                    <a:pt x="19152" y="0"/>
                    <a:pt x="16249" y="0"/>
                  </a:cubicBezTo>
                  <a:cubicBezTo>
                    <a:pt x="14798" y="0"/>
                    <a:pt x="13485" y="589"/>
                    <a:pt x="12533" y="1541"/>
                  </a:cubicBezTo>
                  <a:close/>
                  <a:moveTo>
                    <a:pt x="14541" y="3551"/>
                  </a:moveTo>
                  <a:cubicBezTo>
                    <a:pt x="14978" y="3113"/>
                    <a:pt x="15583" y="2842"/>
                    <a:pt x="16250" y="2842"/>
                  </a:cubicBezTo>
                  <a:cubicBezTo>
                    <a:pt x="17586" y="2842"/>
                    <a:pt x="18668" y="3926"/>
                    <a:pt x="18668" y="5263"/>
                  </a:cubicBezTo>
                  <a:cubicBezTo>
                    <a:pt x="18668" y="6599"/>
                    <a:pt x="17586" y="7683"/>
                    <a:pt x="16250" y="7683"/>
                  </a:cubicBezTo>
                  <a:cubicBezTo>
                    <a:pt x="14915" y="7683"/>
                    <a:pt x="13832" y="6599"/>
                    <a:pt x="13832" y="5263"/>
                  </a:cubicBezTo>
                  <a:cubicBezTo>
                    <a:pt x="13832" y="4594"/>
                    <a:pt x="14103" y="3989"/>
                    <a:pt x="14541" y="3551"/>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nvGrpSpPr>
            <p:cNvPr id="49" name="Group 24850"/>
            <p:cNvGrpSpPr/>
            <p:nvPr/>
          </p:nvGrpSpPr>
          <p:grpSpPr>
            <a:xfrm>
              <a:off x="3402742" y="2866625"/>
              <a:ext cx="1016217" cy="2688310"/>
              <a:chOff x="-1" y="-1"/>
              <a:chExt cx="1372454" cy="3630707"/>
            </a:xfrm>
          </p:grpSpPr>
          <p:grpSp>
            <p:nvGrpSpPr>
              <p:cNvPr id="81" name="Group 24848"/>
              <p:cNvGrpSpPr/>
              <p:nvPr/>
            </p:nvGrpSpPr>
            <p:grpSpPr>
              <a:xfrm>
                <a:off x="-1" y="-1"/>
                <a:ext cx="1372454" cy="3630707"/>
                <a:chOff x="0" y="0"/>
                <a:chExt cx="1372452" cy="3630705"/>
              </a:xfrm>
            </p:grpSpPr>
            <p:sp>
              <p:nvSpPr>
                <p:cNvPr id="84" name="Shape 24844"/>
                <p:cNvSpPr/>
                <p:nvPr/>
              </p:nvSpPr>
              <p:spPr>
                <a:xfrm rot="4800000">
                  <a:off x="-717712" y="1720823"/>
                  <a:ext cx="2807876" cy="898521"/>
                </a:xfrm>
                <a:prstGeom prst="roundRect">
                  <a:avLst>
                    <a:gd name="adj" fmla="val 18750"/>
                  </a:avLst>
                </a:pr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nvGrpSpPr>
                <p:cNvPr id="85" name="Group 24847"/>
                <p:cNvGrpSpPr/>
                <p:nvPr/>
              </p:nvGrpSpPr>
              <p:grpSpPr>
                <a:xfrm>
                  <a:off x="249649" y="-1"/>
                  <a:ext cx="371040" cy="1190612"/>
                  <a:chOff x="0" y="0"/>
                  <a:chExt cx="371039" cy="1190610"/>
                </a:xfrm>
              </p:grpSpPr>
              <p:sp>
                <p:nvSpPr>
                  <p:cNvPr id="86" name="Shape 24845"/>
                  <p:cNvSpPr/>
                  <p:nvPr/>
                </p:nvSpPr>
                <p:spPr>
                  <a:xfrm rot="4800000">
                    <a:off x="128612" y="948183"/>
                    <a:ext cx="224631" cy="224631"/>
                  </a:xfrm>
                  <a:prstGeom prst="ellipse">
                    <a:avLst/>
                  </a:prstGeom>
                  <a:solidFill>
                    <a:schemeClr val="bg1"/>
                  </a:solidFill>
                  <a:ln w="12700" cap="flat">
                    <a:noFill/>
                    <a:miter lim="400000"/>
                  </a:ln>
                  <a:effectLst/>
                </p:spPr>
                <p:txBody>
                  <a:bodyPr wrap="square" lIns="0" tIns="0" rIns="0" bIns="0" numCol="1" anchor="t">
                    <a:noAutofit/>
                  </a:bodyPr>
                  <a:lstStyle/>
                  <a:p>
                    <a:endParaRPr sz="3200">
                      <a:latin typeface="Arial" panose="020B0604020202020204" pitchFamily="34" charset="0"/>
                      <a:cs typeface="Arial" panose="020B0604020202020204" pitchFamily="34" charset="0"/>
                    </a:endParaRPr>
                  </a:p>
                </p:txBody>
              </p:sp>
              <p:sp>
                <p:nvSpPr>
                  <p:cNvPr id="87" name="Shape 24846"/>
                  <p:cNvSpPr/>
                  <p:nvPr/>
                </p:nvSpPr>
                <p:spPr>
                  <a:xfrm rot="4800000">
                    <a:off x="-408314" y="506234"/>
                    <a:ext cx="1122921" cy="113018"/>
                  </a:xfrm>
                  <a:custGeom>
                    <a:avLst/>
                    <a:gdLst/>
                    <a:ahLst/>
                    <a:cxnLst>
                      <a:cxn ang="0">
                        <a:pos x="wd2" y="hd2"/>
                      </a:cxn>
                      <a:cxn ang="5400000">
                        <a:pos x="wd2" y="hd2"/>
                      </a:cxn>
                      <a:cxn ang="10800000">
                        <a:pos x="wd2" y="hd2"/>
                      </a:cxn>
                      <a:cxn ang="16200000">
                        <a:pos x="wd2" y="hd2"/>
                      </a:cxn>
                    </a:cxnLst>
                    <a:rect l="0" t="0" r="r" b="b"/>
                    <a:pathLst>
                      <a:path w="21391" h="21593" extrusionOk="0">
                        <a:moveTo>
                          <a:pt x="1069" y="0"/>
                        </a:moveTo>
                        <a:cubicBezTo>
                          <a:pt x="796" y="0"/>
                          <a:pt x="523" y="1056"/>
                          <a:pt x="314" y="3151"/>
                        </a:cubicBezTo>
                        <a:cubicBezTo>
                          <a:pt x="-104" y="7342"/>
                          <a:pt x="-104" y="14117"/>
                          <a:pt x="314" y="18307"/>
                        </a:cubicBezTo>
                        <a:cubicBezTo>
                          <a:pt x="523" y="20402"/>
                          <a:pt x="796" y="21459"/>
                          <a:pt x="1069" y="21459"/>
                        </a:cubicBezTo>
                        <a:lnTo>
                          <a:pt x="20325" y="21593"/>
                        </a:lnTo>
                        <a:cubicBezTo>
                          <a:pt x="20611" y="21588"/>
                          <a:pt x="20873" y="20432"/>
                          <a:pt x="21081" y="18307"/>
                        </a:cubicBezTo>
                        <a:cubicBezTo>
                          <a:pt x="21494" y="14084"/>
                          <a:pt x="21496" y="7338"/>
                          <a:pt x="21081" y="3151"/>
                        </a:cubicBezTo>
                        <a:cubicBezTo>
                          <a:pt x="20872" y="1050"/>
                          <a:pt x="20599" y="-7"/>
                          <a:pt x="20325" y="0"/>
                        </a:cubicBezTo>
                        <a:lnTo>
                          <a:pt x="1069" y="0"/>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grpSp>
          <p:sp>
            <p:nvSpPr>
              <p:cNvPr id="82" name="Shape 24849"/>
              <p:cNvSpPr/>
              <p:nvPr/>
            </p:nvSpPr>
            <p:spPr>
              <a:xfrm rot="4800000">
                <a:off x="-380451" y="2116094"/>
                <a:ext cx="2228966" cy="679181"/>
              </a:xfrm>
              <a:prstGeom prst="rect">
                <a:avLst/>
              </a:prstGeom>
              <a:noFill/>
              <a:ln w="12700" cap="flat">
                <a:noFill/>
                <a:miter lim="400000"/>
              </a:ln>
              <a:effectLst/>
            </p:spPr>
            <p:txBody>
              <a:bodyPr wrap="square" lIns="0" tIns="0" rIns="0" bIns="0" numCol="1" anchor="ctr">
                <a:normAutofit/>
              </a:bodyPr>
              <a:lstStyle/>
              <a:p>
                <a:pPr algn="ctr" defTabSz="914400"/>
                <a:r>
                  <a:rPr lang="en-US" altLang="zh-CN" b="1">
                    <a:solidFill>
                      <a:schemeClr val="bg1"/>
                    </a:solidFill>
                    <a:latin typeface="Arial" panose="020B0604020202020204" pitchFamily="34" charset="0"/>
                    <a:cs typeface="Arial" panose="020B0604020202020204" pitchFamily="34" charset="0"/>
                  </a:rPr>
                  <a:t>Title here</a:t>
                </a:r>
                <a:endParaRPr lang="en-US" altLang="zh-CN" b="1" dirty="0">
                  <a:solidFill>
                    <a:schemeClr val="bg1"/>
                  </a:solidFill>
                  <a:latin typeface="Arial" panose="020B0604020202020204" pitchFamily="34" charset="0"/>
                  <a:cs typeface="Arial" panose="020B0604020202020204" pitchFamily="34" charset="0"/>
                </a:endParaRPr>
              </a:p>
            </p:txBody>
          </p:sp>
        </p:grpSp>
        <p:grpSp>
          <p:nvGrpSpPr>
            <p:cNvPr id="52" name="Group 24857"/>
            <p:cNvGrpSpPr/>
            <p:nvPr/>
          </p:nvGrpSpPr>
          <p:grpSpPr>
            <a:xfrm>
              <a:off x="3730374" y="2811439"/>
              <a:ext cx="1999110" cy="2281263"/>
              <a:chOff x="-1" y="0"/>
              <a:chExt cx="2699904" cy="3080967"/>
            </a:xfrm>
          </p:grpSpPr>
          <p:grpSp>
            <p:nvGrpSpPr>
              <p:cNvPr id="69" name="Group 24855"/>
              <p:cNvGrpSpPr/>
              <p:nvPr/>
            </p:nvGrpSpPr>
            <p:grpSpPr>
              <a:xfrm>
                <a:off x="-1" y="0"/>
                <a:ext cx="2699904" cy="3080967"/>
                <a:chOff x="0" y="0"/>
                <a:chExt cx="2699902" cy="3080966"/>
              </a:xfrm>
            </p:grpSpPr>
            <p:sp>
              <p:nvSpPr>
                <p:cNvPr id="77" name="Shape 24851"/>
                <p:cNvSpPr/>
                <p:nvPr/>
              </p:nvSpPr>
              <p:spPr>
                <a:xfrm rot="3000000">
                  <a:off x="49377" y="1267448"/>
                  <a:ext cx="2807877" cy="898521"/>
                </a:xfrm>
                <a:prstGeom prst="roundRect">
                  <a:avLst>
                    <a:gd name="adj" fmla="val 18750"/>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nvGrpSpPr>
                <p:cNvPr id="78" name="Group 24854"/>
                <p:cNvGrpSpPr/>
                <p:nvPr/>
              </p:nvGrpSpPr>
              <p:grpSpPr>
                <a:xfrm>
                  <a:off x="-1" y="0"/>
                  <a:ext cx="887320" cy="1011839"/>
                  <a:chOff x="0" y="0"/>
                  <a:chExt cx="887319" cy="1011838"/>
                </a:xfrm>
              </p:grpSpPr>
              <p:sp>
                <p:nvSpPr>
                  <p:cNvPr id="79" name="Shape 24852"/>
                  <p:cNvSpPr/>
                  <p:nvPr/>
                </p:nvSpPr>
                <p:spPr>
                  <a:xfrm rot="3000000">
                    <a:off x="616770" y="741290"/>
                    <a:ext cx="224632" cy="224631"/>
                  </a:xfrm>
                  <a:prstGeom prst="ellipse">
                    <a:avLst/>
                  </a:prstGeom>
                  <a:solidFill>
                    <a:schemeClr val="bg1"/>
                  </a:solidFill>
                  <a:ln w="12700" cap="flat">
                    <a:noFill/>
                    <a:miter lim="400000"/>
                  </a:ln>
                  <a:effectLst/>
                </p:spPr>
                <p:txBody>
                  <a:bodyPr wrap="square" lIns="0" tIns="0" rIns="0" bIns="0" numCol="1" anchor="t">
                    <a:noAutofit/>
                  </a:bodyPr>
                  <a:lstStyle/>
                  <a:p>
                    <a:endParaRPr sz="3200">
                      <a:latin typeface="Arial" panose="020B0604020202020204" pitchFamily="34" charset="0"/>
                      <a:cs typeface="Arial" panose="020B0604020202020204" pitchFamily="34" charset="0"/>
                    </a:endParaRPr>
                  </a:p>
                </p:txBody>
              </p:sp>
              <p:sp>
                <p:nvSpPr>
                  <p:cNvPr id="80" name="Shape 24853"/>
                  <p:cNvSpPr/>
                  <p:nvPr/>
                </p:nvSpPr>
                <p:spPr>
                  <a:xfrm rot="3000000">
                    <a:off x="-157273" y="409917"/>
                    <a:ext cx="1122921" cy="113018"/>
                  </a:xfrm>
                  <a:custGeom>
                    <a:avLst/>
                    <a:gdLst/>
                    <a:ahLst/>
                    <a:cxnLst>
                      <a:cxn ang="0">
                        <a:pos x="wd2" y="hd2"/>
                      </a:cxn>
                      <a:cxn ang="5400000">
                        <a:pos x="wd2" y="hd2"/>
                      </a:cxn>
                      <a:cxn ang="10800000">
                        <a:pos x="wd2" y="hd2"/>
                      </a:cxn>
                      <a:cxn ang="16200000">
                        <a:pos x="wd2" y="hd2"/>
                      </a:cxn>
                    </a:cxnLst>
                    <a:rect l="0" t="0" r="r" b="b"/>
                    <a:pathLst>
                      <a:path w="21391" h="21593" extrusionOk="0">
                        <a:moveTo>
                          <a:pt x="1069" y="0"/>
                        </a:moveTo>
                        <a:cubicBezTo>
                          <a:pt x="796" y="0"/>
                          <a:pt x="523" y="1056"/>
                          <a:pt x="314" y="3151"/>
                        </a:cubicBezTo>
                        <a:cubicBezTo>
                          <a:pt x="-104" y="7342"/>
                          <a:pt x="-104" y="14117"/>
                          <a:pt x="314" y="18307"/>
                        </a:cubicBezTo>
                        <a:cubicBezTo>
                          <a:pt x="523" y="20402"/>
                          <a:pt x="796" y="21459"/>
                          <a:pt x="1069" y="21459"/>
                        </a:cubicBezTo>
                        <a:lnTo>
                          <a:pt x="20325" y="21593"/>
                        </a:lnTo>
                        <a:cubicBezTo>
                          <a:pt x="20611" y="21588"/>
                          <a:pt x="20873" y="20432"/>
                          <a:pt x="21081" y="18307"/>
                        </a:cubicBezTo>
                        <a:cubicBezTo>
                          <a:pt x="21494" y="14084"/>
                          <a:pt x="21496" y="7338"/>
                          <a:pt x="21081" y="3151"/>
                        </a:cubicBezTo>
                        <a:cubicBezTo>
                          <a:pt x="20872" y="1050"/>
                          <a:pt x="20599" y="-7"/>
                          <a:pt x="20325" y="0"/>
                        </a:cubicBezTo>
                        <a:lnTo>
                          <a:pt x="1069"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grpSp>
          </p:grpSp>
          <p:sp>
            <p:nvSpPr>
              <p:cNvPr id="71" name="Shape 24856"/>
              <p:cNvSpPr/>
              <p:nvPr/>
            </p:nvSpPr>
            <p:spPr>
              <a:xfrm rot="3000000">
                <a:off x="483071" y="1577801"/>
                <a:ext cx="2258267" cy="679182"/>
              </a:xfrm>
              <a:prstGeom prst="rect">
                <a:avLst/>
              </a:prstGeom>
              <a:noFill/>
              <a:ln w="12700" cap="flat">
                <a:noFill/>
                <a:miter lim="400000"/>
              </a:ln>
              <a:effectLst/>
            </p:spPr>
            <p:txBody>
              <a:bodyPr wrap="square" lIns="0" tIns="0" rIns="0" bIns="0" numCol="1" anchor="ctr">
                <a:normAutofit/>
              </a:bodyPr>
              <a:lstStyle/>
              <a:p>
                <a:pPr algn="ctr" defTabSz="914400"/>
                <a:r>
                  <a:rPr lang="en-US" altLang="zh-CN" b="1">
                    <a:solidFill>
                      <a:schemeClr val="bg1"/>
                    </a:solidFill>
                    <a:latin typeface="Arial" panose="020B0604020202020204" pitchFamily="34" charset="0"/>
                    <a:cs typeface="Arial" panose="020B0604020202020204" pitchFamily="34" charset="0"/>
                  </a:rPr>
                  <a:t>Title here</a:t>
                </a:r>
                <a:endParaRPr lang="en-US" altLang="zh-CN" b="1" dirty="0">
                  <a:solidFill>
                    <a:schemeClr val="bg1"/>
                  </a:solidFill>
                  <a:latin typeface="Arial" panose="020B0604020202020204" pitchFamily="34" charset="0"/>
                  <a:cs typeface="Arial" panose="020B0604020202020204" pitchFamily="34" charset="0"/>
                </a:endParaRPr>
              </a:p>
            </p:txBody>
          </p:sp>
        </p:grpSp>
        <p:grpSp>
          <p:nvGrpSpPr>
            <p:cNvPr id="2" name="组合 1"/>
            <p:cNvGrpSpPr/>
            <p:nvPr/>
          </p:nvGrpSpPr>
          <p:grpSpPr>
            <a:xfrm>
              <a:off x="3835021" y="2586495"/>
              <a:ext cx="2631192" cy="1336256"/>
              <a:chOff x="3835021" y="2586495"/>
              <a:chExt cx="2631192" cy="1336256"/>
            </a:xfrm>
          </p:grpSpPr>
          <p:grpSp>
            <p:nvGrpSpPr>
              <p:cNvPr id="53" name="Group 24862"/>
              <p:cNvGrpSpPr/>
              <p:nvPr/>
            </p:nvGrpSpPr>
            <p:grpSpPr>
              <a:xfrm>
                <a:off x="3835021" y="2586495"/>
                <a:ext cx="2631192" cy="1336256"/>
                <a:chOff x="0" y="0"/>
                <a:chExt cx="3553565" cy="1804682"/>
              </a:xfrm>
            </p:grpSpPr>
            <p:sp>
              <p:nvSpPr>
                <p:cNvPr id="57" name="Shape 24858"/>
                <p:cNvSpPr/>
                <p:nvPr/>
              </p:nvSpPr>
              <p:spPr>
                <a:xfrm rot="1200000">
                  <a:off x="676701" y="453081"/>
                  <a:ext cx="2807877" cy="898521"/>
                </a:xfrm>
                <a:prstGeom prst="roundRect">
                  <a:avLst>
                    <a:gd name="adj" fmla="val 18750"/>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endParaRPr>
                </a:p>
              </p:txBody>
            </p:sp>
            <p:grpSp>
              <p:nvGrpSpPr>
                <p:cNvPr id="59" name="Group 24861"/>
                <p:cNvGrpSpPr/>
                <p:nvPr/>
              </p:nvGrpSpPr>
              <p:grpSpPr>
                <a:xfrm>
                  <a:off x="0" y="98997"/>
                  <a:ext cx="1165843" cy="561946"/>
                  <a:chOff x="0" y="0"/>
                  <a:chExt cx="1165842" cy="561944"/>
                </a:xfrm>
              </p:grpSpPr>
              <p:sp>
                <p:nvSpPr>
                  <p:cNvPr id="61" name="Shape 24859"/>
                  <p:cNvSpPr/>
                  <p:nvPr/>
                </p:nvSpPr>
                <p:spPr>
                  <a:xfrm rot="1200000">
                    <a:off x="909571" y="305673"/>
                    <a:ext cx="224631" cy="224632"/>
                  </a:xfrm>
                  <a:prstGeom prst="ellipse">
                    <a:avLst/>
                  </a:prstGeom>
                  <a:solidFill>
                    <a:schemeClr val="bg1"/>
                  </a:solidFill>
                  <a:ln w="12700" cap="flat">
                    <a:noFill/>
                    <a:miter lim="400000"/>
                  </a:ln>
                  <a:effectLst/>
                </p:spPr>
                <p:txBody>
                  <a:bodyPr wrap="square" lIns="0" tIns="0" rIns="0" bIns="0" numCol="1" anchor="t">
                    <a:noAutofit/>
                  </a:bodyPr>
                  <a:lstStyle/>
                  <a:p>
                    <a:endParaRPr sz="3200">
                      <a:latin typeface="Arial" panose="020B0604020202020204" pitchFamily="34" charset="0"/>
                      <a:cs typeface="Arial" panose="020B0604020202020204" pitchFamily="34" charset="0"/>
                    </a:endParaRPr>
                  </a:p>
                </p:txBody>
              </p:sp>
              <p:sp>
                <p:nvSpPr>
                  <p:cNvPr id="63" name="Shape 24860"/>
                  <p:cNvSpPr/>
                  <p:nvPr/>
                </p:nvSpPr>
                <p:spPr>
                  <a:xfrm rot="1200000">
                    <a:off x="-14534" y="188622"/>
                    <a:ext cx="1122921" cy="113018"/>
                  </a:xfrm>
                  <a:custGeom>
                    <a:avLst/>
                    <a:gdLst/>
                    <a:ahLst/>
                    <a:cxnLst>
                      <a:cxn ang="0">
                        <a:pos x="wd2" y="hd2"/>
                      </a:cxn>
                      <a:cxn ang="5400000">
                        <a:pos x="wd2" y="hd2"/>
                      </a:cxn>
                      <a:cxn ang="10800000">
                        <a:pos x="wd2" y="hd2"/>
                      </a:cxn>
                      <a:cxn ang="16200000">
                        <a:pos x="wd2" y="hd2"/>
                      </a:cxn>
                    </a:cxnLst>
                    <a:rect l="0" t="0" r="r" b="b"/>
                    <a:pathLst>
                      <a:path w="21391" h="21593" extrusionOk="0">
                        <a:moveTo>
                          <a:pt x="1069" y="0"/>
                        </a:moveTo>
                        <a:cubicBezTo>
                          <a:pt x="796" y="0"/>
                          <a:pt x="523" y="1056"/>
                          <a:pt x="314" y="3151"/>
                        </a:cubicBezTo>
                        <a:cubicBezTo>
                          <a:pt x="-104" y="7342"/>
                          <a:pt x="-104" y="14117"/>
                          <a:pt x="314" y="18307"/>
                        </a:cubicBezTo>
                        <a:cubicBezTo>
                          <a:pt x="523" y="20402"/>
                          <a:pt x="796" y="21459"/>
                          <a:pt x="1069" y="21459"/>
                        </a:cubicBezTo>
                        <a:lnTo>
                          <a:pt x="20325" y="21593"/>
                        </a:lnTo>
                        <a:cubicBezTo>
                          <a:pt x="20611" y="21588"/>
                          <a:pt x="20873" y="20432"/>
                          <a:pt x="21081" y="18307"/>
                        </a:cubicBezTo>
                        <a:cubicBezTo>
                          <a:pt x="21494" y="14084"/>
                          <a:pt x="21496" y="7338"/>
                          <a:pt x="21081" y="3151"/>
                        </a:cubicBezTo>
                        <a:cubicBezTo>
                          <a:pt x="20872" y="1050"/>
                          <a:pt x="20599" y="-7"/>
                          <a:pt x="20325" y="0"/>
                        </a:cubicBezTo>
                        <a:lnTo>
                          <a:pt x="1069" y="0"/>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2800">
                      <a:solidFill>
                        <a:schemeClr val="lt1"/>
                      </a:solidFill>
                      <a:latin typeface="Arial" panose="020B0604020202020204" pitchFamily="34" charset="0"/>
                      <a:cs typeface="Arial" panose="020B0604020202020204" pitchFamily="34" charset="0"/>
                    </a:endParaRPr>
                  </a:p>
                </p:txBody>
              </p:sp>
            </p:grpSp>
          </p:grpSp>
          <p:sp>
            <p:nvSpPr>
              <p:cNvPr id="88" name="Shape 24856"/>
              <p:cNvSpPr/>
              <p:nvPr/>
            </p:nvSpPr>
            <p:spPr>
              <a:xfrm rot="1186246">
                <a:off x="4669997" y="3043330"/>
                <a:ext cx="1672103" cy="502891"/>
              </a:xfrm>
              <a:prstGeom prst="rect">
                <a:avLst/>
              </a:prstGeom>
              <a:noFill/>
              <a:ln w="12700" cap="flat">
                <a:noFill/>
                <a:miter lim="400000"/>
              </a:ln>
              <a:effectLst/>
            </p:spPr>
            <p:txBody>
              <a:bodyPr wrap="square" lIns="0" tIns="0" rIns="0" bIns="0" numCol="1" anchor="ctr">
                <a:normAutofit/>
              </a:bodyPr>
              <a:lstStyle/>
              <a:p>
                <a:pPr algn="ctr" defTabSz="914400"/>
                <a:r>
                  <a:rPr lang="en-US" altLang="zh-CN" b="1">
                    <a:solidFill>
                      <a:schemeClr val="bg1"/>
                    </a:solidFill>
                    <a:latin typeface="Arial" panose="020B0604020202020204" pitchFamily="34" charset="0"/>
                    <a:cs typeface="Arial" panose="020B0604020202020204" pitchFamily="34" charset="0"/>
                  </a:rPr>
                  <a:t>Title here</a:t>
                </a:r>
                <a:endParaRPr lang="en-US" altLang="zh-CN" b="1" dirty="0">
                  <a:solidFill>
                    <a:schemeClr val="bg1"/>
                  </a:solidFill>
                  <a:latin typeface="Arial" panose="020B0604020202020204" pitchFamily="34" charset="0"/>
                  <a:cs typeface="Arial" panose="020B0604020202020204" pitchFamily="34" charset="0"/>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915481" y="6149851"/>
            <a:ext cx="671504" cy="324607"/>
            <a:chOff x="11054088" y="-937905"/>
            <a:chExt cx="671504" cy="324607"/>
          </a:xfrm>
        </p:grpSpPr>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46517"/>
          <p:cNvGrpSpPr/>
          <p:nvPr/>
        </p:nvGrpSpPr>
        <p:grpSpPr>
          <a:xfrm>
            <a:off x="1401270" y="2513678"/>
            <a:ext cx="9749695" cy="4126760"/>
            <a:chOff x="40" y="3124011"/>
            <a:chExt cx="10464762" cy="5359608"/>
          </a:xfrm>
        </p:grpSpPr>
        <p:grpSp>
          <p:nvGrpSpPr>
            <p:cNvPr id="36" name="Group 46487"/>
            <p:cNvGrpSpPr/>
            <p:nvPr/>
          </p:nvGrpSpPr>
          <p:grpSpPr>
            <a:xfrm>
              <a:off x="433256" y="5497097"/>
              <a:ext cx="9612807" cy="2986522"/>
              <a:chOff x="0" y="0"/>
              <a:chExt cx="9612805" cy="2986521"/>
            </a:xfrm>
          </p:grpSpPr>
          <p:sp>
            <p:nvSpPr>
              <p:cNvPr id="82" name="Shape 46482"/>
              <p:cNvSpPr/>
              <p:nvPr/>
            </p:nvSpPr>
            <p:spPr>
              <a:xfrm>
                <a:off x="0" y="18"/>
                <a:ext cx="1038570" cy="2986485"/>
              </a:xfrm>
              <a:custGeom>
                <a:avLst/>
                <a:gdLst/>
                <a:ahLst/>
                <a:cxnLst>
                  <a:cxn ang="0">
                    <a:pos x="wd2" y="hd2"/>
                  </a:cxn>
                  <a:cxn ang="5400000">
                    <a:pos x="wd2" y="hd2"/>
                  </a:cxn>
                  <a:cxn ang="10800000">
                    <a:pos x="wd2" y="hd2"/>
                  </a:cxn>
                  <a:cxn ang="16200000">
                    <a:pos x="wd2" y="hd2"/>
                  </a:cxn>
                </a:cxnLst>
                <a:rect l="0" t="0" r="r" b="b"/>
                <a:pathLst>
                  <a:path w="21439" h="21600" extrusionOk="0">
                    <a:moveTo>
                      <a:pt x="4374" y="0"/>
                    </a:moveTo>
                    <a:cubicBezTo>
                      <a:pt x="3813" y="0"/>
                      <a:pt x="3308" y="81"/>
                      <a:pt x="2940" y="210"/>
                    </a:cubicBezTo>
                    <a:cubicBezTo>
                      <a:pt x="2573" y="338"/>
                      <a:pt x="2342" y="515"/>
                      <a:pt x="2342" y="712"/>
                    </a:cubicBezTo>
                    <a:lnTo>
                      <a:pt x="2342" y="4349"/>
                    </a:lnTo>
                    <a:lnTo>
                      <a:pt x="2342" y="4805"/>
                    </a:lnTo>
                    <a:lnTo>
                      <a:pt x="2342" y="6642"/>
                    </a:lnTo>
                    <a:cubicBezTo>
                      <a:pt x="2216" y="6639"/>
                      <a:pt x="2090" y="6640"/>
                      <a:pt x="1965" y="6645"/>
                    </a:cubicBezTo>
                    <a:cubicBezTo>
                      <a:pt x="1216" y="6673"/>
                      <a:pt x="548" y="6826"/>
                      <a:pt x="212" y="7061"/>
                    </a:cubicBezTo>
                    <a:cubicBezTo>
                      <a:pt x="-22" y="7225"/>
                      <a:pt x="-74" y="7421"/>
                      <a:pt x="114" y="7607"/>
                    </a:cubicBezTo>
                    <a:cubicBezTo>
                      <a:pt x="628" y="8461"/>
                      <a:pt x="1448" y="9291"/>
                      <a:pt x="2563" y="10072"/>
                    </a:cubicBezTo>
                    <a:cubicBezTo>
                      <a:pt x="3170" y="10498"/>
                      <a:pt x="3866" y="10907"/>
                      <a:pt x="4456" y="11335"/>
                    </a:cubicBezTo>
                    <a:cubicBezTo>
                      <a:pt x="4970" y="11709"/>
                      <a:pt x="5440" y="12112"/>
                      <a:pt x="5811" y="12517"/>
                    </a:cubicBezTo>
                    <a:lnTo>
                      <a:pt x="5136" y="21600"/>
                    </a:lnTo>
                    <a:lnTo>
                      <a:pt x="18342" y="21600"/>
                    </a:lnTo>
                    <a:lnTo>
                      <a:pt x="17644" y="12280"/>
                    </a:lnTo>
                    <a:cubicBezTo>
                      <a:pt x="17875" y="12024"/>
                      <a:pt x="18142" y="11774"/>
                      <a:pt x="18424" y="11525"/>
                    </a:cubicBezTo>
                    <a:cubicBezTo>
                      <a:pt x="19452" y="10614"/>
                      <a:pt x="20903" y="9745"/>
                      <a:pt x="21300" y="8772"/>
                    </a:cubicBezTo>
                    <a:cubicBezTo>
                      <a:pt x="21526" y="8217"/>
                      <a:pt x="21419" y="7653"/>
                      <a:pt x="21374" y="7093"/>
                    </a:cubicBezTo>
                    <a:cubicBezTo>
                      <a:pt x="21323" y="6473"/>
                      <a:pt x="21360" y="5853"/>
                      <a:pt x="21365" y="5233"/>
                    </a:cubicBezTo>
                    <a:cubicBezTo>
                      <a:pt x="21367" y="5036"/>
                      <a:pt x="21143" y="4859"/>
                      <a:pt x="20775" y="4730"/>
                    </a:cubicBezTo>
                    <a:cubicBezTo>
                      <a:pt x="20408" y="4602"/>
                      <a:pt x="19894" y="4521"/>
                      <a:pt x="19334" y="4521"/>
                    </a:cubicBezTo>
                    <a:lnTo>
                      <a:pt x="19112" y="4521"/>
                    </a:lnTo>
                    <a:cubicBezTo>
                      <a:pt x="18551" y="4521"/>
                      <a:pt x="18046" y="4602"/>
                      <a:pt x="17679" y="4730"/>
                    </a:cubicBezTo>
                    <a:cubicBezTo>
                      <a:pt x="17332" y="4852"/>
                      <a:pt x="17121" y="5018"/>
                      <a:pt x="17097" y="5201"/>
                    </a:cubicBezTo>
                    <a:lnTo>
                      <a:pt x="16458" y="5164"/>
                    </a:lnTo>
                    <a:lnTo>
                      <a:pt x="16458" y="4865"/>
                    </a:lnTo>
                    <a:cubicBezTo>
                      <a:pt x="16458" y="4669"/>
                      <a:pt x="16228" y="4489"/>
                      <a:pt x="15860" y="4360"/>
                    </a:cubicBezTo>
                    <a:cubicBezTo>
                      <a:pt x="15492" y="4231"/>
                      <a:pt x="14987" y="4154"/>
                      <a:pt x="14426" y="4154"/>
                    </a:cubicBezTo>
                    <a:lnTo>
                      <a:pt x="14197" y="4154"/>
                    </a:lnTo>
                    <a:cubicBezTo>
                      <a:pt x="13636" y="4154"/>
                      <a:pt x="13129" y="4231"/>
                      <a:pt x="12763" y="4360"/>
                    </a:cubicBezTo>
                    <a:cubicBezTo>
                      <a:pt x="12397" y="4489"/>
                      <a:pt x="12173" y="4669"/>
                      <a:pt x="12173" y="4865"/>
                    </a:cubicBezTo>
                    <a:lnTo>
                      <a:pt x="12173" y="4914"/>
                    </a:lnTo>
                    <a:lnTo>
                      <a:pt x="11542" y="4880"/>
                    </a:lnTo>
                    <a:lnTo>
                      <a:pt x="11542" y="4400"/>
                    </a:lnTo>
                    <a:cubicBezTo>
                      <a:pt x="11542" y="4204"/>
                      <a:pt x="11312" y="4024"/>
                      <a:pt x="10944" y="3895"/>
                    </a:cubicBezTo>
                    <a:cubicBezTo>
                      <a:pt x="10577" y="3766"/>
                      <a:pt x="10072" y="3689"/>
                      <a:pt x="9511" y="3689"/>
                    </a:cubicBezTo>
                    <a:lnTo>
                      <a:pt x="9289" y="3689"/>
                    </a:lnTo>
                    <a:cubicBezTo>
                      <a:pt x="8728" y="3689"/>
                      <a:pt x="8223" y="3766"/>
                      <a:pt x="7856" y="3895"/>
                    </a:cubicBezTo>
                    <a:cubicBezTo>
                      <a:pt x="7488" y="4024"/>
                      <a:pt x="7258" y="4204"/>
                      <a:pt x="7258" y="4400"/>
                    </a:cubicBezTo>
                    <a:lnTo>
                      <a:pt x="7258" y="4630"/>
                    </a:lnTo>
                    <a:lnTo>
                      <a:pt x="6627" y="4593"/>
                    </a:lnTo>
                    <a:lnTo>
                      <a:pt x="6627" y="712"/>
                    </a:lnTo>
                    <a:cubicBezTo>
                      <a:pt x="6627" y="515"/>
                      <a:pt x="6405" y="338"/>
                      <a:pt x="6037" y="210"/>
                    </a:cubicBezTo>
                    <a:cubicBezTo>
                      <a:pt x="5669" y="81"/>
                      <a:pt x="5156" y="0"/>
                      <a:pt x="4595" y="0"/>
                    </a:cubicBezTo>
                    <a:lnTo>
                      <a:pt x="4374"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4" name="Shape 46483"/>
              <p:cNvSpPr/>
              <p:nvPr/>
            </p:nvSpPr>
            <p:spPr>
              <a:xfrm>
                <a:off x="2123918" y="18"/>
                <a:ext cx="986574" cy="2986485"/>
              </a:xfrm>
              <a:custGeom>
                <a:avLst/>
                <a:gdLst/>
                <a:ahLst/>
                <a:cxnLst>
                  <a:cxn ang="0">
                    <a:pos x="wd2" y="hd2"/>
                  </a:cxn>
                  <a:cxn ang="5400000">
                    <a:pos x="wd2" y="hd2"/>
                  </a:cxn>
                  <a:cxn ang="10800000">
                    <a:pos x="wd2" y="hd2"/>
                  </a:cxn>
                  <a:cxn ang="16200000">
                    <a:pos x="wd2" y="hd2"/>
                  </a:cxn>
                </a:cxnLst>
                <a:rect l="0" t="0" r="r" b="b"/>
                <a:pathLst>
                  <a:path w="21523" h="21584" extrusionOk="0">
                    <a:moveTo>
                      <a:pt x="10411" y="3"/>
                    </a:moveTo>
                    <a:cubicBezTo>
                      <a:pt x="9856" y="-16"/>
                      <a:pt x="9330" y="39"/>
                      <a:pt x="8926" y="147"/>
                    </a:cubicBezTo>
                    <a:cubicBezTo>
                      <a:pt x="8523" y="254"/>
                      <a:pt x="8242" y="414"/>
                      <a:pt x="8184" y="598"/>
                    </a:cubicBezTo>
                    <a:lnTo>
                      <a:pt x="7376" y="5631"/>
                    </a:lnTo>
                    <a:lnTo>
                      <a:pt x="6568" y="5599"/>
                    </a:lnTo>
                    <a:lnTo>
                      <a:pt x="4757" y="1849"/>
                    </a:lnTo>
                    <a:cubicBezTo>
                      <a:pt x="4699" y="1665"/>
                      <a:pt x="4425" y="1506"/>
                      <a:pt x="4023" y="1398"/>
                    </a:cubicBezTo>
                    <a:cubicBezTo>
                      <a:pt x="3621" y="1290"/>
                      <a:pt x="3094" y="1233"/>
                      <a:pt x="2538" y="1252"/>
                    </a:cubicBezTo>
                    <a:lnTo>
                      <a:pt x="2318" y="1260"/>
                    </a:lnTo>
                    <a:cubicBezTo>
                      <a:pt x="1762" y="1280"/>
                      <a:pt x="1281" y="1373"/>
                      <a:pt x="955" y="1506"/>
                    </a:cubicBezTo>
                    <a:cubicBezTo>
                      <a:pt x="629" y="1639"/>
                      <a:pt x="456" y="1811"/>
                      <a:pt x="515" y="1995"/>
                    </a:cubicBezTo>
                    <a:lnTo>
                      <a:pt x="2832" y="7412"/>
                    </a:lnTo>
                    <a:cubicBezTo>
                      <a:pt x="1722" y="7352"/>
                      <a:pt x="631" y="7551"/>
                      <a:pt x="188" y="7893"/>
                    </a:cubicBezTo>
                    <a:cubicBezTo>
                      <a:pt x="-17" y="8052"/>
                      <a:pt x="-61" y="8233"/>
                      <a:pt x="90" y="8407"/>
                    </a:cubicBezTo>
                    <a:cubicBezTo>
                      <a:pt x="754" y="9197"/>
                      <a:pt x="1577" y="9972"/>
                      <a:pt x="2538" y="10729"/>
                    </a:cubicBezTo>
                    <a:cubicBezTo>
                      <a:pt x="3071" y="11149"/>
                      <a:pt x="3655" y="11561"/>
                      <a:pt x="4252" y="11972"/>
                    </a:cubicBezTo>
                    <a:cubicBezTo>
                      <a:pt x="4762" y="12323"/>
                      <a:pt x="5338" y="12691"/>
                      <a:pt x="5912" y="13045"/>
                    </a:cubicBezTo>
                    <a:lnTo>
                      <a:pt x="5239" y="21584"/>
                    </a:lnTo>
                    <a:lnTo>
                      <a:pt x="18399" y="21584"/>
                    </a:lnTo>
                    <a:lnTo>
                      <a:pt x="17723" y="13048"/>
                    </a:lnTo>
                    <a:cubicBezTo>
                      <a:pt x="18349" y="12671"/>
                      <a:pt x="18949" y="12295"/>
                      <a:pt x="19539" y="11916"/>
                    </a:cubicBezTo>
                    <a:cubicBezTo>
                      <a:pt x="20041" y="11594"/>
                      <a:pt x="20543" y="11266"/>
                      <a:pt x="20871" y="10910"/>
                    </a:cubicBezTo>
                    <a:cubicBezTo>
                      <a:pt x="21286" y="10459"/>
                      <a:pt x="21353" y="9980"/>
                      <a:pt x="21401" y="9507"/>
                    </a:cubicBezTo>
                    <a:cubicBezTo>
                      <a:pt x="21510" y="8453"/>
                      <a:pt x="21539" y="7399"/>
                      <a:pt x="21516" y="6345"/>
                    </a:cubicBezTo>
                    <a:cubicBezTo>
                      <a:pt x="21512" y="6160"/>
                      <a:pt x="21294" y="5993"/>
                      <a:pt x="20928" y="5872"/>
                    </a:cubicBezTo>
                    <a:cubicBezTo>
                      <a:pt x="20562" y="5750"/>
                      <a:pt x="20051" y="5674"/>
                      <a:pt x="19492" y="5674"/>
                    </a:cubicBezTo>
                    <a:lnTo>
                      <a:pt x="19272" y="5674"/>
                    </a:lnTo>
                    <a:cubicBezTo>
                      <a:pt x="18712" y="5671"/>
                      <a:pt x="18203" y="5747"/>
                      <a:pt x="17844" y="5872"/>
                    </a:cubicBezTo>
                    <a:cubicBezTo>
                      <a:pt x="17633" y="5945"/>
                      <a:pt x="17486" y="6033"/>
                      <a:pt x="17395" y="6131"/>
                    </a:cubicBezTo>
                    <a:lnTo>
                      <a:pt x="16628" y="6085"/>
                    </a:lnTo>
                    <a:lnTo>
                      <a:pt x="16628" y="5826"/>
                    </a:lnTo>
                    <a:cubicBezTo>
                      <a:pt x="16628" y="5640"/>
                      <a:pt x="16399" y="5471"/>
                      <a:pt x="16033" y="5350"/>
                    </a:cubicBezTo>
                    <a:cubicBezTo>
                      <a:pt x="15667" y="5229"/>
                      <a:pt x="15164" y="5155"/>
                      <a:pt x="14605" y="5155"/>
                    </a:cubicBezTo>
                    <a:lnTo>
                      <a:pt x="14385" y="5155"/>
                    </a:lnTo>
                    <a:cubicBezTo>
                      <a:pt x="13826" y="5156"/>
                      <a:pt x="13324" y="5229"/>
                      <a:pt x="12957" y="5350"/>
                    </a:cubicBezTo>
                    <a:cubicBezTo>
                      <a:pt x="12542" y="5487"/>
                      <a:pt x="12306" y="5683"/>
                      <a:pt x="12361" y="5890"/>
                    </a:cubicBezTo>
                    <a:lnTo>
                      <a:pt x="11594" y="5858"/>
                    </a:lnTo>
                    <a:lnTo>
                      <a:pt x="12435" y="747"/>
                    </a:lnTo>
                    <a:cubicBezTo>
                      <a:pt x="12493" y="563"/>
                      <a:pt x="12321" y="388"/>
                      <a:pt x="11994" y="255"/>
                    </a:cubicBezTo>
                    <a:cubicBezTo>
                      <a:pt x="11668" y="121"/>
                      <a:pt x="11187" y="28"/>
                      <a:pt x="10632" y="9"/>
                    </a:cubicBezTo>
                    <a:lnTo>
                      <a:pt x="10411" y="3"/>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5" name="Shape 46484"/>
              <p:cNvSpPr/>
              <p:nvPr/>
            </p:nvSpPr>
            <p:spPr>
              <a:xfrm>
                <a:off x="4333733" y="18"/>
                <a:ext cx="1011421" cy="2986485"/>
              </a:xfrm>
              <a:custGeom>
                <a:avLst/>
                <a:gdLst/>
                <a:ahLst/>
                <a:cxnLst>
                  <a:cxn ang="0">
                    <a:pos x="wd2" y="hd2"/>
                  </a:cxn>
                  <a:cxn ang="5400000">
                    <a:pos x="wd2" y="hd2"/>
                  </a:cxn>
                  <a:cxn ang="10800000">
                    <a:pos x="wd2" y="hd2"/>
                  </a:cxn>
                  <a:cxn ang="16200000">
                    <a:pos x="wd2" y="hd2"/>
                  </a:cxn>
                </a:cxnLst>
                <a:rect l="0" t="0" r="r" b="b"/>
                <a:pathLst>
                  <a:path w="21489" h="21585" extrusionOk="0">
                    <a:moveTo>
                      <a:pt x="9556" y="3"/>
                    </a:moveTo>
                    <a:cubicBezTo>
                      <a:pt x="9046" y="-15"/>
                      <a:pt x="8562" y="37"/>
                      <a:pt x="8191" y="138"/>
                    </a:cubicBezTo>
                    <a:cubicBezTo>
                      <a:pt x="7821" y="240"/>
                      <a:pt x="7563" y="388"/>
                      <a:pt x="7509" y="562"/>
                    </a:cubicBezTo>
                    <a:lnTo>
                      <a:pt x="6766" y="5345"/>
                    </a:lnTo>
                    <a:lnTo>
                      <a:pt x="6023" y="5316"/>
                    </a:lnTo>
                    <a:lnTo>
                      <a:pt x="4365" y="1743"/>
                    </a:lnTo>
                    <a:cubicBezTo>
                      <a:pt x="4311" y="1569"/>
                      <a:pt x="4060" y="1418"/>
                      <a:pt x="3691" y="1317"/>
                    </a:cubicBezTo>
                    <a:cubicBezTo>
                      <a:pt x="3322" y="1215"/>
                      <a:pt x="2836" y="1160"/>
                      <a:pt x="2327" y="1179"/>
                    </a:cubicBezTo>
                    <a:lnTo>
                      <a:pt x="2128" y="1187"/>
                    </a:lnTo>
                    <a:cubicBezTo>
                      <a:pt x="1618" y="1206"/>
                      <a:pt x="1174" y="1294"/>
                      <a:pt x="875" y="1419"/>
                    </a:cubicBezTo>
                    <a:cubicBezTo>
                      <a:pt x="577" y="1545"/>
                      <a:pt x="416" y="1704"/>
                      <a:pt x="470" y="1878"/>
                    </a:cubicBezTo>
                    <a:lnTo>
                      <a:pt x="2594" y="6982"/>
                    </a:lnTo>
                    <a:cubicBezTo>
                      <a:pt x="1576" y="6925"/>
                      <a:pt x="582" y="7112"/>
                      <a:pt x="176" y="7434"/>
                    </a:cubicBezTo>
                    <a:cubicBezTo>
                      <a:pt x="-12" y="7583"/>
                      <a:pt x="-58" y="7755"/>
                      <a:pt x="81" y="7919"/>
                    </a:cubicBezTo>
                    <a:cubicBezTo>
                      <a:pt x="549" y="8678"/>
                      <a:pt x="1306" y="9415"/>
                      <a:pt x="2327" y="10108"/>
                    </a:cubicBezTo>
                    <a:cubicBezTo>
                      <a:pt x="2979" y="10551"/>
                      <a:pt x="3698" y="10988"/>
                      <a:pt x="4127" y="11463"/>
                    </a:cubicBezTo>
                    <a:cubicBezTo>
                      <a:pt x="4236" y="11583"/>
                      <a:pt x="4324" y="11705"/>
                      <a:pt x="4391" y="11828"/>
                    </a:cubicBezTo>
                    <a:cubicBezTo>
                      <a:pt x="4446" y="12001"/>
                      <a:pt x="4494" y="12173"/>
                      <a:pt x="4534" y="12345"/>
                    </a:cubicBezTo>
                    <a:cubicBezTo>
                      <a:pt x="4895" y="13874"/>
                      <a:pt x="4697" y="15410"/>
                      <a:pt x="4488" y="16942"/>
                    </a:cubicBezTo>
                    <a:cubicBezTo>
                      <a:pt x="4277" y="18490"/>
                      <a:pt x="4054" y="20037"/>
                      <a:pt x="3821" y="21585"/>
                    </a:cubicBezTo>
                    <a:lnTo>
                      <a:pt x="17745" y="21585"/>
                    </a:lnTo>
                    <a:cubicBezTo>
                      <a:pt x="17559" y="18474"/>
                      <a:pt x="17374" y="15363"/>
                      <a:pt x="17188" y="12252"/>
                    </a:cubicBezTo>
                    <a:cubicBezTo>
                      <a:pt x="17180" y="12109"/>
                      <a:pt x="17171" y="11966"/>
                      <a:pt x="17163" y="11824"/>
                    </a:cubicBezTo>
                    <a:cubicBezTo>
                      <a:pt x="17322" y="11658"/>
                      <a:pt x="17497" y="11493"/>
                      <a:pt x="17689" y="11331"/>
                    </a:cubicBezTo>
                    <a:cubicBezTo>
                      <a:pt x="18073" y="11007"/>
                      <a:pt x="18523" y="10692"/>
                      <a:pt x="18859" y="10355"/>
                    </a:cubicBezTo>
                    <a:cubicBezTo>
                      <a:pt x="19475" y="9738"/>
                      <a:pt x="19658" y="9079"/>
                      <a:pt x="19861" y="8427"/>
                    </a:cubicBezTo>
                    <a:cubicBezTo>
                      <a:pt x="20119" y="7599"/>
                      <a:pt x="20433" y="6772"/>
                      <a:pt x="20716" y="5944"/>
                    </a:cubicBezTo>
                    <a:cubicBezTo>
                      <a:pt x="20992" y="5135"/>
                      <a:pt x="21243" y="4325"/>
                      <a:pt x="21467" y="3514"/>
                    </a:cubicBezTo>
                    <a:cubicBezTo>
                      <a:pt x="21542" y="3343"/>
                      <a:pt x="21426" y="3176"/>
                      <a:pt x="21165" y="3041"/>
                    </a:cubicBezTo>
                    <a:cubicBezTo>
                      <a:pt x="20941" y="2926"/>
                      <a:pt x="20612" y="2834"/>
                      <a:pt x="20206" y="2783"/>
                    </a:cubicBezTo>
                    <a:lnTo>
                      <a:pt x="20241" y="2771"/>
                    </a:lnTo>
                    <a:cubicBezTo>
                      <a:pt x="19736" y="2741"/>
                      <a:pt x="19241" y="2781"/>
                      <a:pt x="18850" y="2874"/>
                    </a:cubicBezTo>
                    <a:cubicBezTo>
                      <a:pt x="18460" y="2967"/>
                      <a:pt x="18179" y="3111"/>
                      <a:pt x="18090" y="3282"/>
                    </a:cubicBezTo>
                    <a:lnTo>
                      <a:pt x="16060" y="5809"/>
                    </a:lnTo>
                    <a:lnTo>
                      <a:pt x="15430" y="5777"/>
                    </a:lnTo>
                    <a:lnTo>
                      <a:pt x="15438" y="5774"/>
                    </a:lnTo>
                    <a:lnTo>
                      <a:pt x="15274" y="5768"/>
                    </a:lnTo>
                    <a:lnTo>
                      <a:pt x="17373" y="1684"/>
                    </a:lnTo>
                    <a:cubicBezTo>
                      <a:pt x="17462" y="1512"/>
                      <a:pt x="17343" y="1343"/>
                      <a:pt x="17071" y="1211"/>
                    </a:cubicBezTo>
                    <a:cubicBezTo>
                      <a:pt x="16799" y="1079"/>
                      <a:pt x="16375" y="983"/>
                      <a:pt x="15870" y="952"/>
                    </a:cubicBezTo>
                    <a:lnTo>
                      <a:pt x="15672" y="941"/>
                    </a:lnTo>
                    <a:cubicBezTo>
                      <a:pt x="15167" y="910"/>
                      <a:pt x="14680" y="953"/>
                      <a:pt x="14290" y="1046"/>
                    </a:cubicBezTo>
                    <a:cubicBezTo>
                      <a:pt x="13899" y="1140"/>
                      <a:pt x="13610" y="1283"/>
                      <a:pt x="13521" y="1455"/>
                    </a:cubicBezTo>
                    <a:lnTo>
                      <a:pt x="11405" y="5571"/>
                    </a:lnTo>
                    <a:lnTo>
                      <a:pt x="10636" y="5539"/>
                    </a:lnTo>
                    <a:lnTo>
                      <a:pt x="11405" y="703"/>
                    </a:lnTo>
                    <a:cubicBezTo>
                      <a:pt x="11458" y="529"/>
                      <a:pt x="11307" y="364"/>
                      <a:pt x="11007" y="238"/>
                    </a:cubicBezTo>
                    <a:cubicBezTo>
                      <a:pt x="10708" y="112"/>
                      <a:pt x="10265" y="24"/>
                      <a:pt x="9755" y="6"/>
                    </a:cubicBezTo>
                    <a:lnTo>
                      <a:pt x="9556" y="3"/>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6" name="Shape 46485"/>
              <p:cNvSpPr/>
              <p:nvPr/>
            </p:nvSpPr>
            <p:spPr>
              <a:xfrm>
                <a:off x="8326282" y="0"/>
                <a:ext cx="1286524" cy="2986522"/>
              </a:xfrm>
              <a:custGeom>
                <a:avLst/>
                <a:gdLst/>
                <a:ahLst/>
                <a:cxnLst>
                  <a:cxn ang="0">
                    <a:pos x="wd2" y="hd2"/>
                  </a:cxn>
                  <a:cxn ang="5400000">
                    <a:pos x="wd2" y="hd2"/>
                  </a:cxn>
                  <a:cxn ang="10800000">
                    <a:pos x="wd2" y="hd2"/>
                  </a:cxn>
                  <a:cxn ang="16200000">
                    <a:pos x="wd2" y="hd2"/>
                  </a:cxn>
                </a:cxnLst>
                <a:rect l="0" t="0" r="r" b="b"/>
                <a:pathLst>
                  <a:path w="21522" h="21585" extrusionOk="0">
                    <a:moveTo>
                      <a:pt x="12120" y="3"/>
                    </a:moveTo>
                    <a:cubicBezTo>
                      <a:pt x="11719" y="-15"/>
                      <a:pt x="11337" y="40"/>
                      <a:pt x="11046" y="141"/>
                    </a:cubicBezTo>
                    <a:cubicBezTo>
                      <a:pt x="10754" y="243"/>
                      <a:pt x="10557" y="391"/>
                      <a:pt x="10515" y="564"/>
                    </a:cubicBezTo>
                    <a:lnTo>
                      <a:pt x="9930" y="5345"/>
                    </a:lnTo>
                    <a:lnTo>
                      <a:pt x="9345" y="5316"/>
                    </a:lnTo>
                    <a:lnTo>
                      <a:pt x="8040" y="1743"/>
                    </a:lnTo>
                    <a:cubicBezTo>
                      <a:pt x="7998" y="1569"/>
                      <a:pt x="7800" y="1418"/>
                      <a:pt x="7509" y="1317"/>
                    </a:cubicBezTo>
                    <a:cubicBezTo>
                      <a:pt x="7219" y="1215"/>
                      <a:pt x="6836" y="1160"/>
                      <a:pt x="6435" y="1179"/>
                    </a:cubicBezTo>
                    <a:lnTo>
                      <a:pt x="6272" y="1187"/>
                    </a:lnTo>
                    <a:cubicBezTo>
                      <a:pt x="5870" y="1206"/>
                      <a:pt x="5528" y="1294"/>
                      <a:pt x="5292" y="1419"/>
                    </a:cubicBezTo>
                    <a:cubicBezTo>
                      <a:pt x="5057" y="1545"/>
                      <a:pt x="4930" y="1707"/>
                      <a:pt x="4973" y="1881"/>
                    </a:cubicBezTo>
                    <a:cubicBezTo>
                      <a:pt x="5170" y="2880"/>
                      <a:pt x="5458" y="3876"/>
                      <a:pt x="5836" y="4866"/>
                    </a:cubicBezTo>
                    <a:cubicBezTo>
                      <a:pt x="6102" y="5562"/>
                      <a:pt x="6417" y="6255"/>
                      <a:pt x="6700" y="6949"/>
                    </a:cubicBezTo>
                    <a:cubicBezTo>
                      <a:pt x="6771" y="7124"/>
                      <a:pt x="6841" y="7300"/>
                      <a:pt x="6727" y="7469"/>
                    </a:cubicBezTo>
                    <a:cubicBezTo>
                      <a:pt x="6670" y="7555"/>
                      <a:pt x="6567" y="7632"/>
                      <a:pt x="6401" y="7687"/>
                    </a:cubicBezTo>
                    <a:cubicBezTo>
                      <a:pt x="5957" y="7832"/>
                      <a:pt x="5433" y="7764"/>
                      <a:pt x="4993" y="7613"/>
                    </a:cubicBezTo>
                    <a:cubicBezTo>
                      <a:pt x="4584" y="7473"/>
                      <a:pt x="4220" y="7272"/>
                      <a:pt x="3864" y="7087"/>
                    </a:cubicBezTo>
                    <a:cubicBezTo>
                      <a:pt x="3502" y="6900"/>
                      <a:pt x="3056" y="6746"/>
                      <a:pt x="2592" y="6606"/>
                    </a:cubicBezTo>
                    <a:cubicBezTo>
                      <a:pt x="2269" y="6508"/>
                      <a:pt x="1934" y="6418"/>
                      <a:pt x="1552" y="6400"/>
                    </a:cubicBezTo>
                    <a:cubicBezTo>
                      <a:pt x="1149" y="6381"/>
                      <a:pt x="733" y="6448"/>
                      <a:pt x="436" y="6573"/>
                    </a:cubicBezTo>
                    <a:cubicBezTo>
                      <a:pt x="114" y="6710"/>
                      <a:pt x="-36" y="6896"/>
                      <a:pt x="8" y="7079"/>
                    </a:cubicBezTo>
                    <a:cubicBezTo>
                      <a:pt x="49" y="7247"/>
                      <a:pt x="260" y="7398"/>
                      <a:pt x="484" y="7549"/>
                    </a:cubicBezTo>
                    <a:cubicBezTo>
                      <a:pt x="2483" y="8895"/>
                      <a:pt x="4829" y="10135"/>
                      <a:pt x="7232" y="11350"/>
                    </a:cubicBezTo>
                    <a:cubicBezTo>
                      <a:pt x="7497" y="11485"/>
                      <a:pt x="7768" y="11618"/>
                      <a:pt x="7978" y="11770"/>
                    </a:cubicBezTo>
                    <a:cubicBezTo>
                      <a:pt x="8261" y="11974"/>
                      <a:pt x="8428" y="12204"/>
                      <a:pt x="8467" y="12442"/>
                    </a:cubicBezTo>
                    <a:lnTo>
                      <a:pt x="7917" y="21585"/>
                    </a:lnTo>
                    <a:lnTo>
                      <a:pt x="18880" y="21585"/>
                    </a:lnTo>
                    <a:lnTo>
                      <a:pt x="18282" y="11742"/>
                    </a:lnTo>
                    <a:cubicBezTo>
                      <a:pt x="18531" y="11452"/>
                      <a:pt x="18784" y="11162"/>
                      <a:pt x="19043" y="10872"/>
                    </a:cubicBezTo>
                    <a:cubicBezTo>
                      <a:pt x="19269" y="10621"/>
                      <a:pt x="19501" y="10368"/>
                      <a:pt x="19669" y="10105"/>
                    </a:cubicBezTo>
                    <a:cubicBezTo>
                      <a:pt x="19956" y="9656"/>
                      <a:pt x="20056" y="9187"/>
                      <a:pt x="20159" y="8721"/>
                    </a:cubicBezTo>
                    <a:cubicBezTo>
                      <a:pt x="20351" y="7851"/>
                      <a:pt x="20565" y="6981"/>
                      <a:pt x="20791" y="6112"/>
                    </a:cubicBezTo>
                    <a:cubicBezTo>
                      <a:pt x="21017" y="5246"/>
                      <a:pt x="21255" y="4380"/>
                      <a:pt x="21505" y="3514"/>
                    </a:cubicBezTo>
                    <a:cubicBezTo>
                      <a:pt x="21564" y="3343"/>
                      <a:pt x="21466" y="3179"/>
                      <a:pt x="21260" y="3044"/>
                    </a:cubicBezTo>
                    <a:cubicBezTo>
                      <a:pt x="21084" y="2929"/>
                      <a:pt x="20825" y="2834"/>
                      <a:pt x="20506" y="2783"/>
                    </a:cubicBezTo>
                    <a:lnTo>
                      <a:pt x="20540" y="2771"/>
                    </a:lnTo>
                    <a:cubicBezTo>
                      <a:pt x="20142" y="2741"/>
                      <a:pt x="19752" y="2781"/>
                      <a:pt x="19445" y="2874"/>
                    </a:cubicBezTo>
                    <a:cubicBezTo>
                      <a:pt x="19137" y="2967"/>
                      <a:pt x="18909" y="3111"/>
                      <a:pt x="18839" y="3282"/>
                    </a:cubicBezTo>
                    <a:lnTo>
                      <a:pt x="17241" y="5809"/>
                    </a:lnTo>
                    <a:lnTo>
                      <a:pt x="16752" y="5777"/>
                    </a:lnTo>
                    <a:lnTo>
                      <a:pt x="16622" y="5768"/>
                    </a:lnTo>
                    <a:lnTo>
                      <a:pt x="18282" y="1684"/>
                    </a:lnTo>
                    <a:cubicBezTo>
                      <a:pt x="18352" y="1512"/>
                      <a:pt x="18251" y="1346"/>
                      <a:pt x="18037" y="1214"/>
                    </a:cubicBezTo>
                    <a:cubicBezTo>
                      <a:pt x="17823" y="1082"/>
                      <a:pt x="17496" y="983"/>
                      <a:pt x="17098" y="952"/>
                    </a:cubicBezTo>
                    <a:lnTo>
                      <a:pt x="16942" y="941"/>
                    </a:lnTo>
                    <a:cubicBezTo>
                      <a:pt x="16544" y="910"/>
                      <a:pt x="16161" y="953"/>
                      <a:pt x="15854" y="1046"/>
                    </a:cubicBezTo>
                    <a:cubicBezTo>
                      <a:pt x="15546" y="1140"/>
                      <a:pt x="15319" y="1283"/>
                      <a:pt x="15249" y="1455"/>
                    </a:cubicBezTo>
                    <a:lnTo>
                      <a:pt x="13582" y="5571"/>
                    </a:lnTo>
                    <a:lnTo>
                      <a:pt x="12977" y="5539"/>
                    </a:lnTo>
                    <a:lnTo>
                      <a:pt x="13582" y="703"/>
                    </a:lnTo>
                    <a:cubicBezTo>
                      <a:pt x="13625" y="529"/>
                      <a:pt x="13499" y="364"/>
                      <a:pt x="13263" y="238"/>
                    </a:cubicBezTo>
                    <a:cubicBezTo>
                      <a:pt x="13027" y="112"/>
                      <a:pt x="12685" y="27"/>
                      <a:pt x="12283" y="9"/>
                    </a:cubicBezTo>
                    <a:lnTo>
                      <a:pt x="12120" y="3"/>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sp>
            <p:nvSpPr>
              <p:cNvPr id="87" name="Shape 46486"/>
              <p:cNvSpPr/>
              <p:nvPr/>
            </p:nvSpPr>
            <p:spPr>
              <a:xfrm>
                <a:off x="6444769" y="18"/>
                <a:ext cx="988669" cy="2986485"/>
              </a:xfrm>
              <a:custGeom>
                <a:avLst/>
                <a:gdLst/>
                <a:ahLst/>
                <a:cxnLst>
                  <a:cxn ang="0">
                    <a:pos x="wd2" y="hd2"/>
                  </a:cxn>
                  <a:cxn ang="5400000">
                    <a:pos x="wd2" y="hd2"/>
                  </a:cxn>
                  <a:cxn ang="10800000">
                    <a:pos x="wd2" y="hd2"/>
                  </a:cxn>
                  <a:cxn ang="16200000">
                    <a:pos x="wd2" y="hd2"/>
                  </a:cxn>
                </a:cxnLst>
                <a:rect l="0" t="0" r="r" b="b"/>
                <a:pathLst>
                  <a:path w="21502" h="21584" extrusionOk="0">
                    <a:moveTo>
                      <a:pt x="10379" y="3"/>
                    </a:moveTo>
                    <a:cubicBezTo>
                      <a:pt x="9825" y="-16"/>
                      <a:pt x="9301" y="42"/>
                      <a:pt x="8899" y="149"/>
                    </a:cubicBezTo>
                    <a:cubicBezTo>
                      <a:pt x="8497" y="257"/>
                      <a:pt x="8217" y="414"/>
                      <a:pt x="8158" y="598"/>
                    </a:cubicBezTo>
                    <a:lnTo>
                      <a:pt x="7353" y="5674"/>
                    </a:lnTo>
                    <a:lnTo>
                      <a:pt x="6548" y="5642"/>
                    </a:lnTo>
                    <a:lnTo>
                      <a:pt x="4742" y="1849"/>
                    </a:lnTo>
                    <a:cubicBezTo>
                      <a:pt x="4684" y="1665"/>
                      <a:pt x="4411" y="1506"/>
                      <a:pt x="4010" y="1398"/>
                    </a:cubicBezTo>
                    <a:cubicBezTo>
                      <a:pt x="3609" y="1290"/>
                      <a:pt x="3084" y="1233"/>
                      <a:pt x="2530" y="1252"/>
                    </a:cubicBezTo>
                    <a:lnTo>
                      <a:pt x="2310" y="1260"/>
                    </a:lnTo>
                    <a:cubicBezTo>
                      <a:pt x="1756" y="1280"/>
                      <a:pt x="1277" y="1373"/>
                      <a:pt x="952" y="1506"/>
                    </a:cubicBezTo>
                    <a:cubicBezTo>
                      <a:pt x="627" y="1639"/>
                      <a:pt x="455" y="1811"/>
                      <a:pt x="513" y="1995"/>
                    </a:cubicBezTo>
                    <a:lnTo>
                      <a:pt x="2823" y="7412"/>
                    </a:lnTo>
                    <a:cubicBezTo>
                      <a:pt x="1716" y="7352"/>
                      <a:pt x="629" y="7551"/>
                      <a:pt x="187" y="7893"/>
                    </a:cubicBezTo>
                    <a:cubicBezTo>
                      <a:pt x="-17" y="8052"/>
                      <a:pt x="-61" y="8233"/>
                      <a:pt x="90" y="8407"/>
                    </a:cubicBezTo>
                    <a:cubicBezTo>
                      <a:pt x="749" y="9197"/>
                      <a:pt x="1568" y="9973"/>
                      <a:pt x="2530" y="10729"/>
                    </a:cubicBezTo>
                    <a:cubicBezTo>
                      <a:pt x="3056" y="11142"/>
                      <a:pt x="3627" y="11550"/>
                      <a:pt x="4401" y="11918"/>
                    </a:cubicBezTo>
                    <a:cubicBezTo>
                      <a:pt x="4783" y="12100"/>
                      <a:pt x="5214" y="12271"/>
                      <a:pt x="5533" y="12466"/>
                    </a:cubicBezTo>
                    <a:cubicBezTo>
                      <a:pt x="5966" y="12731"/>
                      <a:pt x="6178" y="13030"/>
                      <a:pt x="6147" y="13331"/>
                    </a:cubicBezTo>
                    <a:lnTo>
                      <a:pt x="5222" y="21584"/>
                    </a:lnTo>
                    <a:lnTo>
                      <a:pt x="18342" y="21584"/>
                    </a:lnTo>
                    <a:lnTo>
                      <a:pt x="17691" y="13333"/>
                    </a:lnTo>
                    <a:cubicBezTo>
                      <a:pt x="17751" y="13178"/>
                      <a:pt x="17865" y="13026"/>
                      <a:pt x="18033" y="12880"/>
                    </a:cubicBezTo>
                    <a:cubicBezTo>
                      <a:pt x="18165" y="12765"/>
                      <a:pt x="18329" y="12655"/>
                      <a:pt x="18496" y="12546"/>
                    </a:cubicBezTo>
                    <a:cubicBezTo>
                      <a:pt x="19413" y="11948"/>
                      <a:pt x="20442" y="11366"/>
                      <a:pt x="20945" y="10696"/>
                    </a:cubicBezTo>
                    <a:cubicBezTo>
                      <a:pt x="21238" y="10306"/>
                      <a:pt x="21322" y="9898"/>
                      <a:pt x="21376" y="9494"/>
                    </a:cubicBezTo>
                    <a:cubicBezTo>
                      <a:pt x="21514" y="8444"/>
                      <a:pt x="21539" y="7395"/>
                      <a:pt x="21449" y="6345"/>
                    </a:cubicBezTo>
                    <a:cubicBezTo>
                      <a:pt x="21449" y="6159"/>
                      <a:pt x="21228" y="5993"/>
                      <a:pt x="20863" y="5872"/>
                    </a:cubicBezTo>
                    <a:cubicBezTo>
                      <a:pt x="20498" y="5750"/>
                      <a:pt x="19989" y="5674"/>
                      <a:pt x="19432" y="5674"/>
                    </a:cubicBezTo>
                    <a:lnTo>
                      <a:pt x="19212" y="5674"/>
                    </a:lnTo>
                    <a:cubicBezTo>
                      <a:pt x="18933" y="5673"/>
                      <a:pt x="18665" y="5691"/>
                      <a:pt x="18423" y="5726"/>
                    </a:cubicBezTo>
                    <a:cubicBezTo>
                      <a:pt x="18184" y="5759"/>
                      <a:pt x="17968" y="5809"/>
                      <a:pt x="17789" y="5872"/>
                    </a:cubicBezTo>
                    <a:cubicBezTo>
                      <a:pt x="17563" y="5950"/>
                      <a:pt x="17404" y="6047"/>
                      <a:pt x="17325" y="6153"/>
                    </a:cubicBezTo>
                    <a:lnTo>
                      <a:pt x="16593" y="6123"/>
                    </a:lnTo>
                    <a:lnTo>
                      <a:pt x="18879" y="1787"/>
                    </a:lnTo>
                    <a:cubicBezTo>
                      <a:pt x="18975" y="1605"/>
                      <a:pt x="18841" y="1428"/>
                      <a:pt x="18545" y="1287"/>
                    </a:cubicBezTo>
                    <a:cubicBezTo>
                      <a:pt x="18250" y="1147"/>
                      <a:pt x="17792" y="1044"/>
                      <a:pt x="17244" y="1012"/>
                    </a:cubicBezTo>
                    <a:lnTo>
                      <a:pt x="17032" y="998"/>
                    </a:lnTo>
                    <a:cubicBezTo>
                      <a:pt x="16484" y="966"/>
                      <a:pt x="15944" y="1010"/>
                      <a:pt x="15520" y="1109"/>
                    </a:cubicBezTo>
                    <a:cubicBezTo>
                      <a:pt x="15095" y="1208"/>
                      <a:pt x="14787" y="1362"/>
                      <a:pt x="14690" y="1544"/>
                    </a:cubicBezTo>
                    <a:lnTo>
                      <a:pt x="12396" y="5915"/>
                    </a:lnTo>
                    <a:lnTo>
                      <a:pt x="11558" y="5880"/>
                    </a:lnTo>
                    <a:lnTo>
                      <a:pt x="12396" y="747"/>
                    </a:lnTo>
                    <a:cubicBezTo>
                      <a:pt x="12454" y="563"/>
                      <a:pt x="12282" y="388"/>
                      <a:pt x="11957" y="255"/>
                    </a:cubicBezTo>
                    <a:cubicBezTo>
                      <a:pt x="11631" y="121"/>
                      <a:pt x="11153" y="28"/>
                      <a:pt x="10599" y="9"/>
                    </a:cubicBezTo>
                    <a:lnTo>
                      <a:pt x="10379" y="3"/>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grpSp>
          <p:nvGrpSpPr>
            <p:cNvPr id="37" name="Group 46513"/>
            <p:cNvGrpSpPr/>
            <p:nvPr/>
          </p:nvGrpSpPr>
          <p:grpSpPr>
            <a:xfrm>
              <a:off x="40" y="3124011"/>
              <a:ext cx="10464762" cy="2088360"/>
              <a:chOff x="-1" y="0"/>
              <a:chExt cx="10464760" cy="2088359"/>
            </a:xfrm>
          </p:grpSpPr>
          <p:grpSp>
            <p:nvGrpSpPr>
              <p:cNvPr id="38" name="Group 46492"/>
              <p:cNvGrpSpPr/>
              <p:nvPr/>
            </p:nvGrpSpPr>
            <p:grpSpPr>
              <a:xfrm>
                <a:off x="-1" y="0"/>
                <a:ext cx="1905001" cy="2088359"/>
                <a:chOff x="-1" y="0"/>
                <a:chExt cx="1905001" cy="2088358"/>
              </a:xfrm>
            </p:grpSpPr>
            <p:sp>
              <p:nvSpPr>
                <p:cNvPr id="78" name="Shape 46488"/>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79" name="Group 46491"/>
                <p:cNvGrpSpPr/>
                <p:nvPr/>
              </p:nvGrpSpPr>
              <p:grpSpPr>
                <a:xfrm>
                  <a:off x="127000" y="296824"/>
                  <a:ext cx="1651001" cy="1212518"/>
                  <a:chOff x="0" y="73189"/>
                  <a:chExt cx="1651000" cy="1212517"/>
                </a:xfrm>
              </p:grpSpPr>
              <p:sp>
                <p:nvSpPr>
                  <p:cNvPr id="80" name="Shape 46489"/>
                  <p:cNvSpPr/>
                  <p:nvPr/>
                </p:nvSpPr>
                <p:spPr>
                  <a:xfrm>
                    <a:off x="0" y="851918"/>
                    <a:ext cx="1651000"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8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sz="24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81" name="Shape 46490"/>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01</a:t>
                    </a:r>
                    <a:endParaRPr sz="3200">
                      <a:latin typeface="Arial" panose="020B0604020202020204" pitchFamily="34" charset="0"/>
                      <a:cs typeface="Arial" panose="020B0604020202020204" pitchFamily="34" charset="0"/>
                    </a:endParaRPr>
                  </a:p>
                </p:txBody>
              </p:sp>
            </p:grpSp>
          </p:grpSp>
          <p:grpSp>
            <p:nvGrpSpPr>
              <p:cNvPr id="39" name="Group 46497"/>
              <p:cNvGrpSpPr/>
              <p:nvPr/>
            </p:nvGrpSpPr>
            <p:grpSpPr>
              <a:xfrm>
                <a:off x="2139938" y="0"/>
                <a:ext cx="1905002" cy="2088359"/>
                <a:chOff x="-1" y="0"/>
                <a:chExt cx="1905001" cy="2088358"/>
              </a:xfrm>
            </p:grpSpPr>
            <p:sp>
              <p:nvSpPr>
                <p:cNvPr id="63" name="Shape 46493"/>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69" name="Group 46496"/>
                <p:cNvGrpSpPr/>
                <p:nvPr/>
              </p:nvGrpSpPr>
              <p:grpSpPr>
                <a:xfrm>
                  <a:off x="127000" y="296824"/>
                  <a:ext cx="1651000" cy="1212518"/>
                  <a:chOff x="0" y="73189"/>
                  <a:chExt cx="1651000" cy="1212517"/>
                </a:xfrm>
              </p:grpSpPr>
              <p:sp>
                <p:nvSpPr>
                  <p:cNvPr id="71" name="Shape 46494"/>
                  <p:cNvSpPr/>
                  <p:nvPr/>
                </p:nvSpPr>
                <p:spPr>
                  <a:xfrm>
                    <a:off x="0" y="851918"/>
                    <a:ext cx="1651000"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77" name="Shape 46495"/>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02</a:t>
                    </a:r>
                    <a:endParaRPr sz="3200">
                      <a:latin typeface="Arial" panose="020B0604020202020204" pitchFamily="34" charset="0"/>
                      <a:cs typeface="Arial" panose="020B0604020202020204" pitchFamily="34" charset="0"/>
                    </a:endParaRPr>
                  </a:p>
                </p:txBody>
              </p:sp>
            </p:grpSp>
          </p:grpSp>
          <p:grpSp>
            <p:nvGrpSpPr>
              <p:cNvPr id="40" name="Group 46502"/>
              <p:cNvGrpSpPr/>
              <p:nvPr/>
            </p:nvGrpSpPr>
            <p:grpSpPr>
              <a:xfrm>
                <a:off x="4279878" y="0"/>
                <a:ext cx="1905002" cy="2088359"/>
                <a:chOff x="-1" y="0"/>
                <a:chExt cx="1905001" cy="2088358"/>
              </a:xfrm>
            </p:grpSpPr>
            <p:sp>
              <p:nvSpPr>
                <p:cNvPr id="53" name="Shape 46498"/>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57" name="Group 46501"/>
                <p:cNvGrpSpPr/>
                <p:nvPr/>
              </p:nvGrpSpPr>
              <p:grpSpPr>
                <a:xfrm>
                  <a:off x="128052" y="296824"/>
                  <a:ext cx="1651002" cy="1212518"/>
                  <a:chOff x="0" y="73189"/>
                  <a:chExt cx="1651001" cy="1212517"/>
                </a:xfrm>
              </p:grpSpPr>
              <p:sp>
                <p:nvSpPr>
                  <p:cNvPr id="59" name="Shape 46499"/>
                  <p:cNvSpPr/>
                  <p:nvPr/>
                </p:nvSpPr>
                <p:spPr>
                  <a:xfrm>
                    <a:off x="0" y="851918"/>
                    <a:ext cx="1651001"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61" name="Shape 46500"/>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03</a:t>
                    </a:r>
                    <a:endParaRPr sz="3200">
                      <a:latin typeface="Arial" panose="020B0604020202020204" pitchFamily="34" charset="0"/>
                      <a:cs typeface="Arial" panose="020B0604020202020204" pitchFamily="34" charset="0"/>
                    </a:endParaRPr>
                  </a:p>
                </p:txBody>
              </p:sp>
            </p:grpSp>
          </p:grpSp>
          <p:grpSp>
            <p:nvGrpSpPr>
              <p:cNvPr id="41" name="Group 46507"/>
              <p:cNvGrpSpPr/>
              <p:nvPr/>
            </p:nvGrpSpPr>
            <p:grpSpPr>
              <a:xfrm>
                <a:off x="6419817" y="0"/>
                <a:ext cx="1905002" cy="2088359"/>
                <a:chOff x="-1" y="0"/>
                <a:chExt cx="1905001" cy="2088358"/>
              </a:xfrm>
            </p:grpSpPr>
            <p:sp>
              <p:nvSpPr>
                <p:cNvPr id="47" name="Shape 46503"/>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48" name="Group 46506"/>
                <p:cNvGrpSpPr/>
                <p:nvPr/>
              </p:nvGrpSpPr>
              <p:grpSpPr>
                <a:xfrm>
                  <a:off x="128051" y="296824"/>
                  <a:ext cx="1651002" cy="1212518"/>
                  <a:chOff x="0" y="73189"/>
                  <a:chExt cx="1651001" cy="1212517"/>
                </a:xfrm>
              </p:grpSpPr>
              <p:sp>
                <p:nvSpPr>
                  <p:cNvPr id="49" name="Shape 46504"/>
                  <p:cNvSpPr/>
                  <p:nvPr/>
                </p:nvSpPr>
                <p:spPr>
                  <a:xfrm>
                    <a:off x="0" y="851918"/>
                    <a:ext cx="1651001"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52" name="Shape 46505"/>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04</a:t>
                    </a:r>
                    <a:endParaRPr sz="3200">
                      <a:latin typeface="Arial" panose="020B0604020202020204" pitchFamily="34" charset="0"/>
                      <a:cs typeface="Arial" panose="020B0604020202020204" pitchFamily="34" charset="0"/>
                    </a:endParaRPr>
                  </a:p>
                </p:txBody>
              </p:sp>
            </p:grpSp>
          </p:grpSp>
          <p:grpSp>
            <p:nvGrpSpPr>
              <p:cNvPr id="42" name="Group 46512"/>
              <p:cNvGrpSpPr/>
              <p:nvPr/>
            </p:nvGrpSpPr>
            <p:grpSpPr>
              <a:xfrm>
                <a:off x="8559757" y="0"/>
                <a:ext cx="1905002" cy="2088359"/>
                <a:chOff x="-1" y="0"/>
                <a:chExt cx="1905001" cy="2088358"/>
              </a:xfrm>
            </p:grpSpPr>
            <p:sp>
              <p:nvSpPr>
                <p:cNvPr id="43" name="Shape 46508"/>
                <p:cNvSpPr/>
                <p:nvPr/>
              </p:nvSpPr>
              <p:spPr>
                <a:xfrm rot="5400000" flipH="1">
                  <a:off x="-91679" y="91678"/>
                  <a:ext cx="2088358" cy="1905001"/>
                </a:xfrm>
                <a:custGeom>
                  <a:avLst/>
                  <a:gdLst/>
                  <a:ahLst/>
                  <a:cxnLst>
                    <a:cxn ang="0">
                      <a:pos x="wd2" y="hd2"/>
                    </a:cxn>
                    <a:cxn ang="5400000">
                      <a:pos x="wd2" y="hd2"/>
                    </a:cxn>
                    <a:cxn ang="10800000">
                      <a:pos x="wd2" y="hd2"/>
                    </a:cxn>
                    <a:cxn ang="16200000">
                      <a:pos x="wd2" y="hd2"/>
                    </a:cxn>
                  </a:cxnLst>
                  <a:rect l="0" t="0" r="r" b="b"/>
                  <a:pathLst>
                    <a:path w="21600" h="21600" extrusionOk="0">
                      <a:moveTo>
                        <a:pt x="4503" y="0"/>
                      </a:moveTo>
                      <a:cubicBezTo>
                        <a:pt x="3064" y="0"/>
                        <a:pt x="1896" y="1280"/>
                        <a:pt x="1896" y="2858"/>
                      </a:cubicBezTo>
                      <a:lnTo>
                        <a:pt x="1896" y="9446"/>
                      </a:lnTo>
                      <a:lnTo>
                        <a:pt x="0" y="10876"/>
                      </a:lnTo>
                      <a:lnTo>
                        <a:pt x="1896" y="12312"/>
                      </a:lnTo>
                      <a:lnTo>
                        <a:pt x="1896" y="18742"/>
                      </a:lnTo>
                      <a:cubicBezTo>
                        <a:pt x="1896" y="20320"/>
                        <a:pt x="3064" y="21600"/>
                        <a:pt x="4503" y="21600"/>
                      </a:cubicBezTo>
                      <a:lnTo>
                        <a:pt x="18993" y="21600"/>
                      </a:lnTo>
                      <a:cubicBezTo>
                        <a:pt x="20432" y="21600"/>
                        <a:pt x="21600" y="20320"/>
                        <a:pt x="21600" y="18742"/>
                      </a:cubicBezTo>
                      <a:lnTo>
                        <a:pt x="21600" y="2858"/>
                      </a:lnTo>
                      <a:cubicBezTo>
                        <a:pt x="21600" y="1280"/>
                        <a:pt x="20432" y="0"/>
                        <a:pt x="18993" y="0"/>
                      </a:cubicBezTo>
                      <a:lnTo>
                        <a:pt x="4503"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sz="3200">
                    <a:solidFill>
                      <a:schemeClr val="lt1"/>
                    </a:solidFill>
                    <a:latin typeface="Arial" panose="020B0604020202020204" pitchFamily="34" charset="0"/>
                    <a:cs typeface="Arial" panose="020B0604020202020204" pitchFamily="34" charset="0"/>
                  </a:endParaRPr>
                </a:p>
              </p:txBody>
            </p:sp>
            <p:grpSp>
              <p:nvGrpSpPr>
                <p:cNvPr id="44" name="Group 46511"/>
                <p:cNvGrpSpPr/>
                <p:nvPr/>
              </p:nvGrpSpPr>
              <p:grpSpPr>
                <a:xfrm>
                  <a:off x="127000" y="296824"/>
                  <a:ext cx="1651000" cy="1212518"/>
                  <a:chOff x="0" y="73189"/>
                  <a:chExt cx="1651000" cy="1212517"/>
                </a:xfrm>
              </p:grpSpPr>
              <p:sp>
                <p:nvSpPr>
                  <p:cNvPr id="45" name="Shape 46509"/>
                  <p:cNvSpPr/>
                  <p:nvPr/>
                </p:nvSpPr>
                <p:spPr>
                  <a:xfrm>
                    <a:off x="0" y="851918"/>
                    <a:ext cx="1651000" cy="433788"/>
                  </a:xfrm>
                  <a:prstGeom prst="rect">
                    <a:avLst/>
                  </a:prstGeom>
                  <a:noFill/>
                  <a:ln w="12700" cap="flat">
                    <a:noFill/>
                    <a:miter lim="400000"/>
                  </a:ln>
                  <a:effectLst/>
                </p:spPr>
                <p:txBody>
                  <a:bodyPr wrap="square" lIns="0" tIns="0" rIns="0" bIns="0" numCol="1" anchor="t">
                    <a:noAutofit/>
                  </a:bodyPr>
                  <a:lstStyle>
                    <a:lvl1pPr defTabSz="584200">
                      <a:lnSpc>
                        <a:spcPct val="120000"/>
                      </a:lnSpc>
                      <a:spcBef>
                        <a:spcPts val="1000"/>
                      </a:spcBef>
                      <a:defRPr sz="1600">
                        <a:solidFill>
                          <a:srgbClr val="FFFFFF"/>
                        </a:solidFill>
                        <a:latin typeface="Helvetica Neue Light"/>
                        <a:ea typeface="Helvetica Neue Light"/>
                        <a:cs typeface="Helvetica Neue Light"/>
                        <a:sym typeface="Helvetica Neue Light"/>
                      </a:defRPr>
                    </a:lvl1pPr>
                  </a:lstStyle>
                  <a:p>
                    <a:pPr algn="ctr"/>
                    <a:r>
                      <a:rPr lang="en-US" altLang="zh-CN" sz="240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Title here</a:t>
                    </a:r>
                    <a:endParaRPr lang="en-US" altLang="zh-CN" sz="2000" dirty="0">
                      <a:solidFill>
                        <a:schemeClr val="bg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p:txBody>
              </p:sp>
              <p:sp>
                <p:nvSpPr>
                  <p:cNvPr id="46" name="Shape 46510"/>
                  <p:cNvSpPr/>
                  <p:nvPr/>
                </p:nvSpPr>
                <p:spPr>
                  <a:xfrm>
                    <a:off x="0" y="73189"/>
                    <a:ext cx="1651000" cy="508001"/>
                  </a:xfrm>
                  <a:prstGeom prst="rect">
                    <a:avLst/>
                  </a:prstGeom>
                  <a:noFill/>
                  <a:ln w="12700" cap="flat">
                    <a:noFill/>
                    <a:miter lim="400000"/>
                  </a:ln>
                  <a:effectLst/>
                </p:spPr>
                <p:txBody>
                  <a:bodyPr wrap="square" lIns="0" tIns="0" rIns="0" bIns="0" numCol="1" anchor="t">
                    <a:noAutofit/>
                  </a:bodyPr>
                  <a:lstStyle>
                    <a:lvl1pPr defTabSz="584200">
                      <a:lnSpc>
                        <a:spcPct val="100000"/>
                      </a:lnSpc>
                      <a:spcBef>
                        <a:spcPts val="0"/>
                      </a:spcBef>
                      <a:defRPr sz="3500" cap="all">
                        <a:solidFill>
                          <a:srgbClr val="FFFFFF"/>
                        </a:solidFill>
                      </a:defRPr>
                    </a:lvl1pPr>
                  </a:lstStyle>
                  <a:p>
                    <a:pPr algn="ctr"/>
                    <a:r>
                      <a:rPr sz="3200">
                        <a:latin typeface="Arial" panose="020B0604020202020204" pitchFamily="34" charset="0"/>
                        <a:cs typeface="Arial" panose="020B0604020202020204" pitchFamily="34" charset="0"/>
                      </a:rPr>
                      <a:t>05</a:t>
                    </a:r>
                    <a:endParaRPr sz="3200">
                      <a:latin typeface="Arial" panose="020B0604020202020204" pitchFamily="34" charset="0"/>
                      <a:cs typeface="Arial" panose="020B0604020202020204" pitchFamily="34" charset="0"/>
                    </a:endParaRPr>
                  </a:p>
                </p:txBody>
              </p:sp>
            </p:gr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03</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1258719" y="1910715"/>
            <a:ext cx="2241863" cy="3671724"/>
            <a:chOff x="9366093" y="1961282"/>
            <a:chExt cx="2241863" cy="3671724"/>
          </a:xfrm>
        </p:grpSpPr>
        <p:sp>
          <p:nvSpPr>
            <p:cNvPr id="34" name="矩形: 圆角 33"/>
            <p:cNvSpPr/>
            <p:nvPr/>
          </p:nvSpPr>
          <p:spPr>
            <a:xfrm>
              <a:off x="9366093" y="1961282"/>
              <a:ext cx="2241863" cy="495300"/>
            </a:xfrm>
            <a:prstGeom prst="roundRect">
              <a:avLst>
                <a:gd name="adj" fmla="val 6951"/>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35" name="矩形: 圆角 34"/>
            <p:cNvSpPr/>
            <p:nvPr/>
          </p:nvSpPr>
          <p:spPr>
            <a:xfrm>
              <a:off x="10039506" y="2939182"/>
              <a:ext cx="1568440" cy="444478"/>
            </a:xfrm>
            <a:prstGeom prst="roundRect">
              <a:avLst>
                <a:gd name="adj" fmla="val 12336"/>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36" name="矩形: 圆角 35"/>
            <p:cNvSpPr/>
            <p:nvPr/>
          </p:nvSpPr>
          <p:spPr>
            <a:xfrm>
              <a:off x="10039506" y="3689930"/>
              <a:ext cx="1568440" cy="444478"/>
            </a:xfrm>
            <a:prstGeom prst="roundRect">
              <a:avLst>
                <a:gd name="adj" fmla="val 8005"/>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37" name="矩形: 圆角 36"/>
            <p:cNvSpPr/>
            <p:nvPr/>
          </p:nvSpPr>
          <p:spPr>
            <a:xfrm>
              <a:off x="10039506" y="4439229"/>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38" name="矩形: 圆角 37"/>
            <p:cNvSpPr/>
            <p:nvPr/>
          </p:nvSpPr>
          <p:spPr>
            <a:xfrm>
              <a:off x="10039506" y="5188528"/>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39" name="直接连接符 38"/>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3787869" y="1910715"/>
            <a:ext cx="2241863" cy="3671724"/>
            <a:chOff x="9366093" y="1961282"/>
            <a:chExt cx="2241863" cy="3671724"/>
          </a:xfrm>
        </p:grpSpPr>
        <p:sp>
          <p:nvSpPr>
            <p:cNvPr id="49" name="矩形: 圆角 48"/>
            <p:cNvSpPr/>
            <p:nvPr/>
          </p:nvSpPr>
          <p:spPr>
            <a:xfrm>
              <a:off x="9366093" y="1961282"/>
              <a:ext cx="2241863" cy="495300"/>
            </a:xfrm>
            <a:prstGeom prst="roundRect">
              <a:avLst>
                <a:gd name="adj" fmla="val 6951"/>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52" name="矩形: 圆角 51"/>
            <p:cNvSpPr/>
            <p:nvPr/>
          </p:nvSpPr>
          <p:spPr>
            <a:xfrm>
              <a:off x="10039506" y="2939182"/>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53" name="矩形: 圆角 52"/>
            <p:cNvSpPr/>
            <p:nvPr/>
          </p:nvSpPr>
          <p:spPr>
            <a:xfrm>
              <a:off x="10039506" y="3689930"/>
              <a:ext cx="1568440" cy="444478"/>
            </a:xfrm>
            <a:prstGeom prst="roundRect">
              <a:avLst>
                <a:gd name="adj" fmla="val 8005"/>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57" name="矩形: 圆角 56"/>
            <p:cNvSpPr/>
            <p:nvPr/>
          </p:nvSpPr>
          <p:spPr>
            <a:xfrm>
              <a:off x="10039506" y="4439229"/>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59" name="矩形: 圆角 58"/>
            <p:cNvSpPr/>
            <p:nvPr/>
          </p:nvSpPr>
          <p:spPr>
            <a:xfrm>
              <a:off x="10039506" y="5188528"/>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61" name="直接连接符 60"/>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6317019" y="1910715"/>
            <a:ext cx="2241863" cy="3671724"/>
            <a:chOff x="9366093" y="1961282"/>
            <a:chExt cx="2241863" cy="3671724"/>
          </a:xfrm>
        </p:grpSpPr>
        <p:sp>
          <p:nvSpPr>
            <p:cNvPr id="81" name="矩形: 圆角 80"/>
            <p:cNvSpPr/>
            <p:nvPr/>
          </p:nvSpPr>
          <p:spPr>
            <a:xfrm>
              <a:off x="9366093" y="1961282"/>
              <a:ext cx="2241863" cy="495300"/>
            </a:xfrm>
            <a:prstGeom prst="roundRect">
              <a:avLst>
                <a:gd name="adj" fmla="val 6951"/>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82" name="矩形: 圆角 81"/>
            <p:cNvSpPr/>
            <p:nvPr/>
          </p:nvSpPr>
          <p:spPr>
            <a:xfrm>
              <a:off x="10039506" y="2939182"/>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84" name="矩形: 圆角 83"/>
            <p:cNvSpPr/>
            <p:nvPr/>
          </p:nvSpPr>
          <p:spPr>
            <a:xfrm>
              <a:off x="10039506" y="3689930"/>
              <a:ext cx="1568440" cy="444478"/>
            </a:xfrm>
            <a:prstGeom prst="roundRect">
              <a:avLst>
                <a:gd name="adj" fmla="val 8005"/>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85" name="矩形: 圆角 84"/>
            <p:cNvSpPr/>
            <p:nvPr/>
          </p:nvSpPr>
          <p:spPr>
            <a:xfrm>
              <a:off x="10039506" y="4439229"/>
              <a:ext cx="1568440" cy="444478"/>
            </a:xfrm>
            <a:prstGeom prst="roundRect">
              <a:avLst>
                <a:gd name="adj" fmla="val 12336"/>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86" name="矩形: 圆角 85"/>
            <p:cNvSpPr/>
            <p:nvPr/>
          </p:nvSpPr>
          <p:spPr>
            <a:xfrm>
              <a:off x="10039506" y="5188528"/>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87" name="直接连接符 86"/>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8846169" y="1910715"/>
            <a:ext cx="2241863" cy="3671724"/>
            <a:chOff x="9366093" y="1961282"/>
            <a:chExt cx="2241863" cy="3671724"/>
          </a:xfrm>
        </p:grpSpPr>
        <p:sp>
          <p:nvSpPr>
            <p:cNvPr id="95" name="矩形: 圆角 94"/>
            <p:cNvSpPr/>
            <p:nvPr/>
          </p:nvSpPr>
          <p:spPr>
            <a:xfrm>
              <a:off x="9366093" y="1961282"/>
              <a:ext cx="2241863" cy="495300"/>
            </a:xfrm>
            <a:prstGeom prst="roundRect">
              <a:avLst>
                <a:gd name="adj" fmla="val 6951"/>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Enter title here</a:t>
              </a:r>
              <a:endParaRPr lang="zh-CN" altLang="en-US">
                <a:latin typeface="Arial" panose="020B0604020202020204" pitchFamily="34" charset="0"/>
                <a:cs typeface="Arial" panose="020B0604020202020204" pitchFamily="34" charset="0"/>
              </a:endParaRPr>
            </a:p>
          </p:txBody>
        </p:sp>
        <p:sp>
          <p:nvSpPr>
            <p:cNvPr id="96" name="矩形: 圆角 95"/>
            <p:cNvSpPr/>
            <p:nvPr/>
          </p:nvSpPr>
          <p:spPr>
            <a:xfrm>
              <a:off x="10039506" y="2939182"/>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1</a:t>
              </a:r>
              <a:endParaRPr lang="zh-CN" altLang="en-US">
                <a:latin typeface="Arial" panose="020B0604020202020204" pitchFamily="34" charset="0"/>
                <a:cs typeface="Arial" panose="020B0604020202020204" pitchFamily="34" charset="0"/>
              </a:endParaRPr>
            </a:p>
          </p:txBody>
        </p:sp>
        <p:sp>
          <p:nvSpPr>
            <p:cNvPr id="97" name="矩形: 圆角 96"/>
            <p:cNvSpPr/>
            <p:nvPr/>
          </p:nvSpPr>
          <p:spPr>
            <a:xfrm>
              <a:off x="10039506" y="3689930"/>
              <a:ext cx="1568440" cy="444478"/>
            </a:xfrm>
            <a:prstGeom prst="roundRect">
              <a:avLst>
                <a:gd name="adj" fmla="val 8005"/>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2</a:t>
              </a:r>
              <a:endParaRPr lang="zh-CN" altLang="en-US">
                <a:latin typeface="Arial" panose="020B0604020202020204" pitchFamily="34" charset="0"/>
                <a:cs typeface="Arial" panose="020B0604020202020204" pitchFamily="34" charset="0"/>
              </a:endParaRPr>
            </a:p>
          </p:txBody>
        </p:sp>
        <p:sp>
          <p:nvSpPr>
            <p:cNvPr id="98" name="矩形: 圆角 97"/>
            <p:cNvSpPr/>
            <p:nvPr/>
          </p:nvSpPr>
          <p:spPr>
            <a:xfrm>
              <a:off x="10039506" y="4439229"/>
              <a:ext cx="1568440" cy="444478"/>
            </a:xfrm>
            <a:prstGeom prst="roundRect">
              <a:avLst>
                <a:gd name="adj" fmla="val 12336"/>
              </a:avLst>
            </a:prstGeom>
            <a:solidFill>
              <a:schemeClr val="bg1">
                <a:lumMod val="8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cs typeface="Arial" panose="020B0604020202020204" pitchFamily="34" charset="0"/>
                </a:rPr>
                <a:t>Step 3</a:t>
              </a:r>
              <a:endParaRPr lang="zh-CN" altLang="en-US">
                <a:latin typeface="Arial" panose="020B0604020202020204" pitchFamily="34" charset="0"/>
                <a:cs typeface="Arial" panose="020B0604020202020204" pitchFamily="34" charset="0"/>
              </a:endParaRPr>
            </a:p>
          </p:txBody>
        </p:sp>
        <p:sp>
          <p:nvSpPr>
            <p:cNvPr id="99" name="矩形: 圆角 98"/>
            <p:cNvSpPr/>
            <p:nvPr/>
          </p:nvSpPr>
          <p:spPr>
            <a:xfrm>
              <a:off x="10039506" y="5188528"/>
              <a:ext cx="1568440" cy="444478"/>
            </a:xfrm>
            <a:prstGeom prst="roundRect">
              <a:avLst>
                <a:gd name="adj" fmla="val 12336"/>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latin typeface="Arial" panose="020B0604020202020204" pitchFamily="34" charset="0"/>
                  <a:cs typeface="Arial" panose="020B0604020202020204" pitchFamily="34" charset="0"/>
                </a:rPr>
                <a:t>Step 4</a:t>
              </a:r>
              <a:endParaRPr lang="zh-CN" altLang="en-US">
                <a:latin typeface="Arial" panose="020B0604020202020204" pitchFamily="34" charset="0"/>
                <a:cs typeface="Arial" panose="020B0604020202020204" pitchFamily="34" charset="0"/>
              </a:endParaRPr>
            </a:p>
          </p:txBody>
        </p:sp>
        <p:cxnSp>
          <p:nvCxnSpPr>
            <p:cNvPr id="100" name="直接连接符 99"/>
            <p:cNvCxnSpPr/>
            <p:nvPr/>
          </p:nvCxnSpPr>
          <p:spPr>
            <a:xfrm>
              <a:off x="9703105" y="2456582"/>
              <a:ext cx="0" cy="29795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9703105" y="318683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9703105" y="3917082"/>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9703105" y="4686879"/>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9703105" y="5436178"/>
              <a:ext cx="3364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2175314" y="6138218"/>
            <a:ext cx="333131" cy="333131"/>
          </a:xfrm>
          <a:prstGeom prst="ellipse">
            <a:avLst/>
          </a:prstGeom>
          <a:noFill/>
          <a:ln w="28575">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Shape 46460"/>
          <p:cNvSpPr/>
          <p:nvPr/>
        </p:nvSpPr>
        <p:spPr>
          <a:xfrm>
            <a:off x="1618065" y="1480633"/>
            <a:ext cx="8596556" cy="336127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9028" y="1509"/>
                </a:lnTo>
                <a:lnTo>
                  <a:pt x="19608" y="2727"/>
                </a:lnTo>
                <a:lnTo>
                  <a:pt x="13700" y="18484"/>
                </a:lnTo>
                <a:lnTo>
                  <a:pt x="12757" y="11517"/>
                </a:lnTo>
                <a:lnTo>
                  <a:pt x="10642" y="16851"/>
                </a:lnTo>
                <a:lnTo>
                  <a:pt x="8243" y="8415"/>
                </a:lnTo>
                <a:lnTo>
                  <a:pt x="5794" y="17536"/>
                </a:lnTo>
                <a:lnTo>
                  <a:pt x="3063" y="13801"/>
                </a:lnTo>
                <a:lnTo>
                  <a:pt x="1161" y="17207"/>
                </a:lnTo>
                <a:lnTo>
                  <a:pt x="0" y="15366"/>
                </a:lnTo>
                <a:lnTo>
                  <a:pt x="1218" y="17816"/>
                </a:lnTo>
                <a:lnTo>
                  <a:pt x="3041" y="14711"/>
                </a:lnTo>
                <a:lnTo>
                  <a:pt x="5895" y="18940"/>
                </a:lnTo>
                <a:lnTo>
                  <a:pt x="8220" y="10528"/>
                </a:lnTo>
                <a:lnTo>
                  <a:pt x="10563" y="18849"/>
                </a:lnTo>
                <a:lnTo>
                  <a:pt x="12386" y="14479"/>
                </a:lnTo>
                <a:lnTo>
                  <a:pt x="13447" y="21600"/>
                </a:lnTo>
                <a:lnTo>
                  <a:pt x="20242" y="4059"/>
                </a:lnTo>
                <a:lnTo>
                  <a:pt x="20882" y="5403"/>
                </a:lnTo>
                <a:lnTo>
                  <a:pt x="21600" y="0"/>
                </a:ln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lt1"/>
              </a:solidFill>
            </a:endParaRPr>
          </a:p>
        </p:txBody>
      </p:sp>
      <p:sp>
        <p:nvSpPr>
          <p:cNvPr id="36" name="矩形 35"/>
          <p:cNvSpPr/>
          <p:nvPr/>
        </p:nvSpPr>
        <p:spPr>
          <a:xfrm>
            <a:off x="1787867" y="2239684"/>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37" name="矩形 36"/>
          <p:cNvSpPr/>
          <p:nvPr/>
        </p:nvSpPr>
        <p:spPr>
          <a:xfrm>
            <a:off x="609881" y="2625866"/>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39" name="矩形 38"/>
          <p:cNvSpPr/>
          <p:nvPr/>
        </p:nvSpPr>
        <p:spPr>
          <a:xfrm>
            <a:off x="4103886" y="4669821"/>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40" name="矩形 39"/>
          <p:cNvSpPr/>
          <p:nvPr/>
        </p:nvSpPr>
        <p:spPr>
          <a:xfrm>
            <a:off x="2925900" y="5056003"/>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1" name="矩形 40"/>
          <p:cNvSpPr/>
          <p:nvPr/>
        </p:nvSpPr>
        <p:spPr>
          <a:xfrm>
            <a:off x="6539419" y="1827846"/>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42" name="矩形 41"/>
          <p:cNvSpPr/>
          <p:nvPr/>
        </p:nvSpPr>
        <p:spPr>
          <a:xfrm>
            <a:off x="5361433" y="2214028"/>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3" name="矩形 42"/>
          <p:cNvSpPr/>
          <p:nvPr/>
        </p:nvSpPr>
        <p:spPr>
          <a:xfrm>
            <a:off x="8855438" y="4257983"/>
            <a:ext cx="155701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44" name="矩形 43"/>
          <p:cNvSpPr/>
          <p:nvPr/>
        </p:nvSpPr>
        <p:spPr>
          <a:xfrm>
            <a:off x="7677452" y="4644165"/>
            <a:ext cx="2734996" cy="889154"/>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04</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Group 57"/>
          <p:cNvGrpSpPr/>
          <p:nvPr/>
        </p:nvGrpSpPr>
        <p:grpSpPr>
          <a:xfrm>
            <a:off x="6829632" y="2152684"/>
            <a:ext cx="1142244" cy="1158918"/>
            <a:chOff x="2285781" y="4847654"/>
            <a:chExt cx="952480" cy="966132"/>
          </a:xfrm>
        </p:grpSpPr>
        <p:sp>
          <p:nvSpPr>
            <p:cNvPr id="34" name="Oval 58"/>
            <p:cNvSpPr/>
            <p:nvPr/>
          </p:nvSpPr>
          <p:spPr bwMode="auto">
            <a:xfrm>
              <a:off x="2346028" y="4908765"/>
              <a:ext cx="840592" cy="852640"/>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35" name="Oval 59"/>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grpSp>
        <p:nvGrpSpPr>
          <p:cNvPr id="36" name="Group 49"/>
          <p:cNvGrpSpPr/>
          <p:nvPr/>
        </p:nvGrpSpPr>
        <p:grpSpPr>
          <a:xfrm>
            <a:off x="4394859" y="742847"/>
            <a:ext cx="1142244" cy="1158918"/>
            <a:chOff x="2285781" y="4847654"/>
            <a:chExt cx="952480" cy="966132"/>
          </a:xfrm>
        </p:grpSpPr>
        <p:sp>
          <p:nvSpPr>
            <p:cNvPr id="37" name="Oval 50"/>
            <p:cNvSpPr/>
            <p:nvPr/>
          </p:nvSpPr>
          <p:spPr bwMode="auto">
            <a:xfrm>
              <a:off x="2346028" y="4908765"/>
              <a:ext cx="840592" cy="852640"/>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38" name="Oval 51"/>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cxnSp>
        <p:nvCxnSpPr>
          <p:cNvPr id="39" name="Straight Connector 18"/>
          <p:cNvCxnSpPr/>
          <p:nvPr/>
        </p:nvCxnSpPr>
        <p:spPr>
          <a:xfrm>
            <a:off x="6178187" y="0"/>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0" name="Oval 22"/>
          <p:cNvSpPr/>
          <p:nvPr/>
        </p:nvSpPr>
        <p:spPr>
          <a:xfrm>
            <a:off x="6121377" y="1270646"/>
            <a:ext cx="113619" cy="113649"/>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41" name="Straight Connector 23"/>
          <p:cNvCxnSpPr/>
          <p:nvPr/>
        </p:nvCxnSpPr>
        <p:spPr>
          <a:xfrm>
            <a:off x="5594312" y="1346412"/>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42" name="Straight Connector 30"/>
          <p:cNvCxnSpPr/>
          <p:nvPr/>
        </p:nvCxnSpPr>
        <p:spPr>
          <a:xfrm>
            <a:off x="6178187" y="1393084"/>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43" name="Oval 31"/>
          <p:cNvSpPr/>
          <p:nvPr/>
        </p:nvSpPr>
        <p:spPr>
          <a:xfrm>
            <a:off x="6121377" y="2663730"/>
            <a:ext cx="113619" cy="113649"/>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44" name="Straight Connector 32"/>
          <p:cNvCxnSpPr/>
          <p:nvPr/>
        </p:nvCxnSpPr>
        <p:spPr>
          <a:xfrm>
            <a:off x="6234997" y="2739496"/>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grpSp>
        <p:nvGrpSpPr>
          <p:cNvPr id="45" name="Group 36"/>
          <p:cNvGrpSpPr/>
          <p:nvPr/>
        </p:nvGrpSpPr>
        <p:grpSpPr>
          <a:xfrm>
            <a:off x="6832479" y="4948683"/>
            <a:ext cx="1142244" cy="1158918"/>
            <a:chOff x="2285781" y="4847654"/>
            <a:chExt cx="952480" cy="966132"/>
          </a:xfrm>
        </p:grpSpPr>
        <p:sp>
          <p:nvSpPr>
            <p:cNvPr id="46" name="Oval 45"/>
            <p:cNvSpPr/>
            <p:nvPr/>
          </p:nvSpPr>
          <p:spPr bwMode="auto">
            <a:xfrm>
              <a:off x="2346028" y="4908765"/>
              <a:ext cx="840592" cy="852640"/>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49" name="Oval 46"/>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grpSp>
        <p:nvGrpSpPr>
          <p:cNvPr id="52" name="Group 47"/>
          <p:cNvGrpSpPr/>
          <p:nvPr/>
        </p:nvGrpSpPr>
        <p:grpSpPr>
          <a:xfrm>
            <a:off x="4397705" y="3538847"/>
            <a:ext cx="1142244" cy="1158918"/>
            <a:chOff x="2285781" y="4847654"/>
            <a:chExt cx="952480" cy="966132"/>
          </a:xfrm>
        </p:grpSpPr>
        <p:sp>
          <p:nvSpPr>
            <p:cNvPr id="53" name="Oval 48"/>
            <p:cNvSpPr/>
            <p:nvPr/>
          </p:nvSpPr>
          <p:spPr bwMode="auto">
            <a:xfrm>
              <a:off x="2346028" y="4908765"/>
              <a:ext cx="840592" cy="852640"/>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en-US" dirty="0"/>
            </a:p>
          </p:txBody>
        </p:sp>
        <p:sp>
          <p:nvSpPr>
            <p:cNvPr id="57" name="Oval 52"/>
            <p:cNvSpPr/>
            <p:nvPr/>
          </p:nvSpPr>
          <p:spPr bwMode="auto">
            <a:xfrm>
              <a:off x="2285781" y="4847654"/>
              <a:ext cx="952480" cy="966132"/>
            </a:xfrm>
            <a:prstGeom prst="ellipse">
              <a:avLst/>
            </a:prstGeom>
            <a:noFill/>
            <a:ln w="3175" cmpd="sng">
              <a:solidFill>
                <a:schemeClr val="tx1">
                  <a:lumMod val="60000"/>
                  <a:lumOff val="40000"/>
                </a:schemeClr>
              </a:solidFill>
              <a:prstDash val="sys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defRPr/>
              </a:pPr>
              <a:endParaRPr lang="en-US" dirty="0"/>
            </a:p>
          </p:txBody>
        </p:sp>
      </p:grpSp>
      <p:cxnSp>
        <p:nvCxnSpPr>
          <p:cNvPr id="59" name="Straight Connector 54"/>
          <p:cNvCxnSpPr/>
          <p:nvPr/>
        </p:nvCxnSpPr>
        <p:spPr>
          <a:xfrm>
            <a:off x="6181034" y="2796000"/>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6124224" y="4066645"/>
            <a:ext cx="113619" cy="113649"/>
          </a:xfrm>
          <a:prstGeom prst="ellipse">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63" name="Straight Connector 61"/>
          <p:cNvCxnSpPr/>
          <p:nvPr/>
        </p:nvCxnSpPr>
        <p:spPr>
          <a:xfrm>
            <a:off x="5597158" y="4142412"/>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6181034" y="4189084"/>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71" name="Oval 69"/>
          <p:cNvSpPr/>
          <p:nvPr/>
        </p:nvSpPr>
        <p:spPr>
          <a:xfrm>
            <a:off x="6124224" y="5459729"/>
            <a:ext cx="113619" cy="113649"/>
          </a:xfrm>
          <a:prstGeom prst="ellipse">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1828165" rtl="0" eaLnBrk="1" latinLnBrk="0" hangingPunct="1">
              <a:defRPr sz="3600" kern="1200">
                <a:solidFill>
                  <a:schemeClr val="lt1"/>
                </a:solidFill>
                <a:latin typeface="+mn-lt"/>
                <a:ea typeface="+mn-ea"/>
                <a:cs typeface="+mn-cs"/>
              </a:defRPr>
            </a:lvl1pPr>
            <a:lvl2pPr marL="914400" algn="l" defTabSz="1828165" rtl="0" eaLnBrk="1" latinLnBrk="0" hangingPunct="1">
              <a:defRPr sz="3600" kern="1200">
                <a:solidFill>
                  <a:schemeClr val="lt1"/>
                </a:solidFill>
                <a:latin typeface="+mn-lt"/>
                <a:ea typeface="+mn-ea"/>
                <a:cs typeface="+mn-cs"/>
              </a:defRPr>
            </a:lvl2pPr>
            <a:lvl3pPr marL="1828165" algn="l" defTabSz="1828165" rtl="0" eaLnBrk="1" latinLnBrk="0" hangingPunct="1">
              <a:defRPr sz="3600" kern="1200">
                <a:solidFill>
                  <a:schemeClr val="lt1"/>
                </a:solidFill>
                <a:latin typeface="+mn-lt"/>
                <a:ea typeface="+mn-ea"/>
                <a:cs typeface="+mn-cs"/>
              </a:defRPr>
            </a:lvl3pPr>
            <a:lvl4pPr marL="2742565" algn="l" defTabSz="1828165" rtl="0" eaLnBrk="1" latinLnBrk="0" hangingPunct="1">
              <a:defRPr sz="3600" kern="1200">
                <a:solidFill>
                  <a:schemeClr val="lt1"/>
                </a:solidFill>
                <a:latin typeface="+mn-lt"/>
                <a:ea typeface="+mn-ea"/>
                <a:cs typeface="+mn-cs"/>
              </a:defRPr>
            </a:lvl4pPr>
            <a:lvl5pPr marL="3656965" algn="l" defTabSz="1828165" rtl="0" eaLnBrk="1" latinLnBrk="0" hangingPunct="1">
              <a:defRPr sz="3600" kern="1200">
                <a:solidFill>
                  <a:schemeClr val="lt1"/>
                </a:solidFill>
                <a:latin typeface="+mn-lt"/>
                <a:ea typeface="+mn-ea"/>
                <a:cs typeface="+mn-cs"/>
              </a:defRPr>
            </a:lvl5pPr>
            <a:lvl6pPr marL="4571365" algn="l" defTabSz="1828165" rtl="0" eaLnBrk="1" latinLnBrk="0" hangingPunct="1">
              <a:defRPr sz="3600" kern="1200">
                <a:solidFill>
                  <a:schemeClr val="lt1"/>
                </a:solidFill>
                <a:latin typeface="+mn-lt"/>
                <a:ea typeface="+mn-ea"/>
                <a:cs typeface="+mn-cs"/>
              </a:defRPr>
            </a:lvl6pPr>
            <a:lvl7pPr marL="5485130" algn="l" defTabSz="1828165" rtl="0" eaLnBrk="1" latinLnBrk="0" hangingPunct="1">
              <a:defRPr sz="3600" kern="1200">
                <a:solidFill>
                  <a:schemeClr val="lt1"/>
                </a:solidFill>
                <a:latin typeface="+mn-lt"/>
                <a:ea typeface="+mn-ea"/>
                <a:cs typeface="+mn-cs"/>
              </a:defRPr>
            </a:lvl7pPr>
            <a:lvl8pPr marL="6399530" algn="l" defTabSz="1828165" rtl="0" eaLnBrk="1" latinLnBrk="0" hangingPunct="1">
              <a:defRPr sz="3600" kern="1200">
                <a:solidFill>
                  <a:schemeClr val="lt1"/>
                </a:solidFill>
                <a:latin typeface="+mn-lt"/>
                <a:ea typeface="+mn-ea"/>
                <a:cs typeface="+mn-cs"/>
              </a:defRPr>
            </a:lvl8pPr>
            <a:lvl9pPr marL="7313930" algn="l" defTabSz="1828165" rtl="0" eaLnBrk="1" latinLnBrk="0" hangingPunct="1">
              <a:defRPr sz="3600" kern="1200">
                <a:solidFill>
                  <a:schemeClr val="lt1"/>
                </a:solidFill>
                <a:latin typeface="+mn-lt"/>
                <a:ea typeface="+mn-ea"/>
                <a:cs typeface="+mn-cs"/>
              </a:defRPr>
            </a:lvl9pPr>
          </a:lstStyle>
          <a:p>
            <a:pPr algn="ctr"/>
            <a:endParaRPr lang="id-ID"/>
          </a:p>
        </p:txBody>
      </p:sp>
      <p:cxnSp>
        <p:nvCxnSpPr>
          <p:cNvPr id="77" name="Straight Connector 70"/>
          <p:cNvCxnSpPr/>
          <p:nvPr/>
        </p:nvCxnSpPr>
        <p:spPr>
          <a:xfrm>
            <a:off x="6237843" y="5535496"/>
            <a:ext cx="527066" cy="0"/>
          </a:xfrm>
          <a:prstGeom prst="line">
            <a:avLst/>
          </a:prstGeom>
          <a:ln w="25400">
            <a:solidFill>
              <a:schemeClr val="bg1">
                <a:lumMod val="85000"/>
              </a:schemeClr>
            </a:solidFill>
            <a:prstDash val="dot"/>
          </a:ln>
        </p:spPr>
        <p:style>
          <a:lnRef idx="1">
            <a:schemeClr val="accent1"/>
          </a:lnRef>
          <a:fillRef idx="0">
            <a:schemeClr val="accent1"/>
          </a:fillRef>
          <a:effectRef idx="0">
            <a:schemeClr val="accent1"/>
          </a:effectRef>
          <a:fontRef idx="minor">
            <a:schemeClr val="tx1"/>
          </a:fontRef>
        </p:style>
      </p:cxnSp>
      <p:cxnSp>
        <p:nvCxnSpPr>
          <p:cNvPr id="78" name="Straight Connector 81"/>
          <p:cNvCxnSpPr/>
          <p:nvPr/>
        </p:nvCxnSpPr>
        <p:spPr>
          <a:xfrm>
            <a:off x="6178187" y="5603006"/>
            <a:ext cx="0" cy="1254994"/>
          </a:xfrm>
          <a:prstGeom prst="line">
            <a:avLst/>
          </a:prstGeom>
          <a:ln w="25400">
            <a:solidFill>
              <a:schemeClr val="bg1">
                <a:lumMod val="85000"/>
              </a:schemeClr>
            </a:solidFill>
            <a:prstDash val="dot"/>
            <a:headEnd type="none"/>
          </a:ln>
        </p:spPr>
        <p:style>
          <a:lnRef idx="1">
            <a:schemeClr val="accent1"/>
          </a:lnRef>
          <a:fillRef idx="0">
            <a:schemeClr val="accent1"/>
          </a:fillRef>
          <a:effectRef idx="0">
            <a:schemeClr val="accent1"/>
          </a:effectRef>
          <a:fontRef idx="minor">
            <a:schemeClr val="tx1"/>
          </a:fontRef>
        </p:style>
      </p:cxnSp>
      <p:sp>
        <p:nvSpPr>
          <p:cNvPr id="79" name="AutoShape 82"/>
          <p:cNvSpPr/>
          <p:nvPr/>
        </p:nvSpPr>
        <p:spPr bwMode="auto">
          <a:xfrm>
            <a:off x="4762139" y="1114138"/>
            <a:ext cx="424459" cy="3979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767" y="5419"/>
                </a:moveTo>
                <a:cubicBezTo>
                  <a:pt x="4051" y="5419"/>
                  <a:pt x="4271" y="5505"/>
                  <a:pt x="4428" y="5687"/>
                </a:cubicBezTo>
                <a:cubicBezTo>
                  <a:pt x="4586" y="5865"/>
                  <a:pt x="4701" y="6078"/>
                  <a:pt x="4766" y="6326"/>
                </a:cubicBezTo>
                <a:cubicBezTo>
                  <a:pt x="4835" y="6574"/>
                  <a:pt x="4879" y="6836"/>
                  <a:pt x="4893" y="7106"/>
                </a:cubicBezTo>
                <a:cubicBezTo>
                  <a:pt x="4910" y="7377"/>
                  <a:pt x="4917" y="7596"/>
                  <a:pt x="4917" y="7760"/>
                </a:cubicBezTo>
                <a:lnTo>
                  <a:pt x="4917" y="9856"/>
                </a:lnTo>
                <a:cubicBezTo>
                  <a:pt x="4809" y="9928"/>
                  <a:pt x="4720" y="10015"/>
                  <a:pt x="4646" y="10110"/>
                </a:cubicBezTo>
                <a:cubicBezTo>
                  <a:pt x="4574" y="10208"/>
                  <a:pt x="4468" y="10257"/>
                  <a:pt x="4329" y="10257"/>
                </a:cubicBezTo>
                <a:lnTo>
                  <a:pt x="561" y="10257"/>
                </a:lnTo>
                <a:cubicBezTo>
                  <a:pt x="439" y="10257"/>
                  <a:pt x="338" y="10208"/>
                  <a:pt x="256" y="10110"/>
                </a:cubicBezTo>
                <a:cubicBezTo>
                  <a:pt x="177" y="10015"/>
                  <a:pt x="93" y="9928"/>
                  <a:pt x="0" y="9856"/>
                </a:cubicBezTo>
                <a:lnTo>
                  <a:pt x="0" y="7760"/>
                </a:lnTo>
                <a:cubicBezTo>
                  <a:pt x="0" y="7596"/>
                  <a:pt x="4" y="7377"/>
                  <a:pt x="12" y="7106"/>
                </a:cubicBezTo>
                <a:cubicBezTo>
                  <a:pt x="19" y="6836"/>
                  <a:pt x="57" y="6574"/>
                  <a:pt x="124" y="6326"/>
                </a:cubicBezTo>
                <a:cubicBezTo>
                  <a:pt x="196" y="6078"/>
                  <a:pt x="309" y="5865"/>
                  <a:pt x="465" y="5687"/>
                </a:cubicBezTo>
                <a:cubicBezTo>
                  <a:pt x="624" y="5508"/>
                  <a:pt x="842" y="5419"/>
                  <a:pt x="1123" y="5419"/>
                </a:cubicBezTo>
                <a:cubicBezTo>
                  <a:pt x="782" y="5151"/>
                  <a:pt x="508" y="4803"/>
                  <a:pt x="304" y="4377"/>
                </a:cubicBezTo>
                <a:cubicBezTo>
                  <a:pt x="103" y="3950"/>
                  <a:pt x="0" y="3469"/>
                  <a:pt x="0" y="2937"/>
                </a:cubicBezTo>
                <a:cubicBezTo>
                  <a:pt x="0" y="2539"/>
                  <a:pt x="64" y="2162"/>
                  <a:pt x="189" y="1805"/>
                </a:cubicBezTo>
                <a:cubicBezTo>
                  <a:pt x="316" y="1448"/>
                  <a:pt x="491" y="1134"/>
                  <a:pt x="717" y="861"/>
                </a:cubicBezTo>
                <a:cubicBezTo>
                  <a:pt x="943" y="590"/>
                  <a:pt x="1207" y="380"/>
                  <a:pt x="1504" y="227"/>
                </a:cubicBezTo>
                <a:cubicBezTo>
                  <a:pt x="1804" y="77"/>
                  <a:pt x="2119" y="0"/>
                  <a:pt x="2445" y="0"/>
                </a:cubicBezTo>
                <a:cubicBezTo>
                  <a:pt x="2793" y="0"/>
                  <a:pt x="3115" y="77"/>
                  <a:pt x="3412" y="227"/>
                </a:cubicBezTo>
                <a:cubicBezTo>
                  <a:pt x="3712" y="380"/>
                  <a:pt x="3969" y="590"/>
                  <a:pt x="4188" y="861"/>
                </a:cubicBezTo>
                <a:cubicBezTo>
                  <a:pt x="4406" y="1134"/>
                  <a:pt x="4584" y="1448"/>
                  <a:pt x="4716" y="1805"/>
                </a:cubicBezTo>
                <a:cubicBezTo>
                  <a:pt x="4850" y="2162"/>
                  <a:pt x="4917" y="2539"/>
                  <a:pt x="4917" y="2937"/>
                </a:cubicBezTo>
                <a:cubicBezTo>
                  <a:pt x="4917" y="3458"/>
                  <a:pt x="4814" y="3939"/>
                  <a:pt x="4603" y="4371"/>
                </a:cubicBezTo>
                <a:cubicBezTo>
                  <a:pt x="4392" y="4800"/>
                  <a:pt x="4115" y="5151"/>
                  <a:pt x="3767" y="5419"/>
                </a:cubicBezTo>
                <a:moveTo>
                  <a:pt x="18165" y="12062"/>
                </a:moveTo>
                <a:cubicBezTo>
                  <a:pt x="18672" y="12604"/>
                  <a:pt x="19070" y="13142"/>
                  <a:pt x="19356" y="13669"/>
                </a:cubicBezTo>
                <a:cubicBezTo>
                  <a:pt x="19641" y="14196"/>
                  <a:pt x="19788" y="14801"/>
                  <a:pt x="19788" y="15480"/>
                </a:cubicBezTo>
                <a:lnTo>
                  <a:pt x="19788" y="20816"/>
                </a:lnTo>
                <a:cubicBezTo>
                  <a:pt x="19694" y="20868"/>
                  <a:pt x="19620" y="20931"/>
                  <a:pt x="19557" y="20995"/>
                </a:cubicBezTo>
                <a:cubicBezTo>
                  <a:pt x="19497" y="21061"/>
                  <a:pt x="19425" y="21122"/>
                  <a:pt x="19344" y="21191"/>
                </a:cubicBezTo>
                <a:cubicBezTo>
                  <a:pt x="19262" y="21251"/>
                  <a:pt x="19173" y="21317"/>
                  <a:pt x="19075" y="21386"/>
                </a:cubicBezTo>
                <a:cubicBezTo>
                  <a:pt x="18976" y="21455"/>
                  <a:pt x="18835" y="21528"/>
                  <a:pt x="18662" y="21599"/>
                </a:cubicBezTo>
                <a:lnTo>
                  <a:pt x="2942" y="21599"/>
                </a:lnTo>
                <a:cubicBezTo>
                  <a:pt x="2675" y="21599"/>
                  <a:pt x="2467" y="21499"/>
                  <a:pt x="2318" y="21291"/>
                </a:cubicBezTo>
                <a:cubicBezTo>
                  <a:pt x="2167" y="21081"/>
                  <a:pt x="2003" y="20926"/>
                  <a:pt x="1819" y="20816"/>
                </a:cubicBezTo>
                <a:lnTo>
                  <a:pt x="1819" y="15480"/>
                </a:lnTo>
                <a:cubicBezTo>
                  <a:pt x="1819" y="14763"/>
                  <a:pt x="1989" y="14127"/>
                  <a:pt x="2335" y="13571"/>
                </a:cubicBezTo>
                <a:cubicBezTo>
                  <a:pt x="2678" y="13018"/>
                  <a:pt x="3052" y="12511"/>
                  <a:pt x="3460" y="12062"/>
                </a:cubicBezTo>
                <a:cubicBezTo>
                  <a:pt x="3535" y="11970"/>
                  <a:pt x="3633" y="11869"/>
                  <a:pt x="3753" y="11766"/>
                </a:cubicBezTo>
                <a:cubicBezTo>
                  <a:pt x="3873" y="11659"/>
                  <a:pt x="4000" y="11590"/>
                  <a:pt x="4137" y="11553"/>
                </a:cubicBezTo>
                <a:cubicBezTo>
                  <a:pt x="4276" y="11495"/>
                  <a:pt x="4432" y="11466"/>
                  <a:pt x="4610" y="11455"/>
                </a:cubicBezTo>
                <a:cubicBezTo>
                  <a:pt x="4785" y="11446"/>
                  <a:pt x="4956" y="11423"/>
                  <a:pt x="5126" y="11388"/>
                </a:cubicBezTo>
                <a:cubicBezTo>
                  <a:pt x="5594" y="11299"/>
                  <a:pt x="6091" y="11210"/>
                  <a:pt x="6621" y="11121"/>
                </a:cubicBezTo>
                <a:cubicBezTo>
                  <a:pt x="7149" y="11034"/>
                  <a:pt x="7665" y="10945"/>
                  <a:pt x="8172" y="10853"/>
                </a:cubicBezTo>
                <a:cubicBezTo>
                  <a:pt x="7483" y="10326"/>
                  <a:pt x="6928" y="9632"/>
                  <a:pt x="6513" y="8762"/>
                </a:cubicBezTo>
                <a:cubicBezTo>
                  <a:pt x="6093" y="7896"/>
                  <a:pt x="5884" y="6940"/>
                  <a:pt x="5884" y="5903"/>
                </a:cubicBezTo>
                <a:cubicBezTo>
                  <a:pt x="5884" y="5097"/>
                  <a:pt x="6016" y="4331"/>
                  <a:pt x="6275" y="3608"/>
                </a:cubicBezTo>
                <a:cubicBezTo>
                  <a:pt x="6535" y="2885"/>
                  <a:pt x="6887" y="2260"/>
                  <a:pt x="7331" y="1733"/>
                </a:cubicBezTo>
                <a:cubicBezTo>
                  <a:pt x="7778" y="1203"/>
                  <a:pt x="8299" y="786"/>
                  <a:pt x="8894" y="472"/>
                </a:cubicBezTo>
                <a:cubicBezTo>
                  <a:pt x="9494" y="158"/>
                  <a:pt x="10125" y="3"/>
                  <a:pt x="10802" y="3"/>
                </a:cubicBezTo>
                <a:cubicBezTo>
                  <a:pt x="11476" y="3"/>
                  <a:pt x="12112" y="158"/>
                  <a:pt x="12710" y="472"/>
                </a:cubicBezTo>
                <a:cubicBezTo>
                  <a:pt x="13307" y="786"/>
                  <a:pt x="13826" y="1203"/>
                  <a:pt x="14272" y="1733"/>
                </a:cubicBezTo>
                <a:cubicBezTo>
                  <a:pt x="14716" y="2260"/>
                  <a:pt x="15067" y="2885"/>
                  <a:pt x="15328" y="3608"/>
                </a:cubicBezTo>
                <a:cubicBezTo>
                  <a:pt x="15590" y="4331"/>
                  <a:pt x="15719" y="5097"/>
                  <a:pt x="15719" y="5903"/>
                </a:cubicBezTo>
                <a:cubicBezTo>
                  <a:pt x="15719" y="6939"/>
                  <a:pt x="15513" y="7890"/>
                  <a:pt x="15100" y="8757"/>
                </a:cubicBezTo>
                <a:cubicBezTo>
                  <a:pt x="14685" y="9620"/>
                  <a:pt x="14128" y="10320"/>
                  <a:pt x="13432" y="10853"/>
                </a:cubicBezTo>
                <a:cubicBezTo>
                  <a:pt x="13936" y="10945"/>
                  <a:pt x="14452" y="11031"/>
                  <a:pt x="14978" y="11115"/>
                </a:cubicBezTo>
                <a:cubicBezTo>
                  <a:pt x="15504" y="11198"/>
                  <a:pt x="16005" y="11288"/>
                  <a:pt x="16478" y="11388"/>
                </a:cubicBezTo>
                <a:cubicBezTo>
                  <a:pt x="16653" y="11426"/>
                  <a:pt x="16826" y="11449"/>
                  <a:pt x="16994" y="11455"/>
                </a:cubicBezTo>
                <a:cubicBezTo>
                  <a:pt x="17162" y="11466"/>
                  <a:pt x="17323" y="11495"/>
                  <a:pt x="17467" y="11553"/>
                </a:cubicBezTo>
                <a:cubicBezTo>
                  <a:pt x="17603" y="11590"/>
                  <a:pt x="17731" y="11659"/>
                  <a:pt x="17851" y="11766"/>
                </a:cubicBezTo>
                <a:cubicBezTo>
                  <a:pt x="17966" y="11869"/>
                  <a:pt x="18074" y="11970"/>
                  <a:pt x="18165" y="12062"/>
                </a:cubicBezTo>
                <a:moveTo>
                  <a:pt x="20474" y="5419"/>
                </a:moveTo>
                <a:cubicBezTo>
                  <a:pt x="20757" y="5419"/>
                  <a:pt x="20973" y="5505"/>
                  <a:pt x="21124" y="5687"/>
                </a:cubicBezTo>
                <a:cubicBezTo>
                  <a:pt x="21271" y="5865"/>
                  <a:pt x="21381" y="6078"/>
                  <a:pt x="21448" y="6326"/>
                </a:cubicBezTo>
                <a:cubicBezTo>
                  <a:pt x="21520" y="6574"/>
                  <a:pt x="21561" y="6836"/>
                  <a:pt x="21576" y="7106"/>
                </a:cubicBezTo>
                <a:cubicBezTo>
                  <a:pt x="21592" y="7377"/>
                  <a:pt x="21599" y="7596"/>
                  <a:pt x="21599" y="7760"/>
                </a:cubicBezTo>
                <a:lnTo>
                  <a:pt x="21599" y="9856"/>
                </a:lnTo>
                <a:cubicBezTo>
                  <a:pt x="21508" y="9928"/>
                  <a:pt x="21422" y="10015"/>
                  <a:pt x="21340" y="10110"/>
                </a:cubicBezTo>
                <a:cubicBezTo>
                  <a:pt x="21261" y="10208"/>
                  <a:pt x="21158" y="10257"/>
                  <a:pt x="21036" y="10257"/>
                </a:cubicBezTo>
                <a:lnTo>
                  <a:pt x="17268" y="10257"/>
                </a:lnTo>
                <a:cubicBezTo>
                  <a:pt x="17131" y="10257"/>
                  <a:pt x="17023" y="10208"/>
                  <a:pt x="16953" y="10110"/>
                </a:cubicBezTo>
                <a:cubicBezTo>
                  <a:pt x="16879" y="10015"/>
                  <a:pt x="16790" y="9928"/>
                  <a:pt x="16682" y="9856"/>
                </a:cubicBezTo>
                <a:lnTo>
                  <a:pt x="16682" y="7760"/>
                </a:lnTo>
                <a:cubicBezTo>
                  <a:pt x="16682" y="7596"/>
                  <a:pt x="16692" y="7377"/>
                  <a:pt x="16706" y="7106"/>
                </a:cubicBezTo>
                <a:cubicBezTo>
                  <a:pt x="16720" y="6836"/>
                  <a:pt x="16766" y="6574"/>
                  <a:pt x="16836" y="6326"/>
                </a:cubicBezTo>
                <a:cubicBezTo>
                  <a:pt x="16912" y="6078"/>
                  <a:pt x="17023" y="5865"/>
                  <a:pt x="17183" y="5687"/>
                </a:cubicBezTo>
                <a:cubicBezTo>
                  <a:pt x="17337" y="5508"/>
                  <a:pt x="17556" y="5419"/>
                  <a:pt x="17829" y="5419"/>
                </a:cubicBezTo>
                <a:cubicBezTo>
                  <a:pt x="17488" y="5151"/>
                  <a:pt x="17210" y="4803"/>
                  <a:pt x="16999" y="4377"/>
                </a:cubicBezTo>
                <a:cubicBezTo>
                  <a:pt x="16788" y="3950"/>
                  <a:pt x="16682" y="3469"/>
                  <a:pt x="16682" y="2937"/>
                </a:cubicBezTo>
                <a:cubicBezTo>
                  <a:pt x="16682" y="2539"/>
                  <a:pt x="16744" y="2162"/>
                  <a:pt x="16872" y="1805"/>
                </a:cubicBezTo>
                <a:cubicBezTo>
                  <a:pt x="16999" y="1448"/>
                  <a:pt x="17174" y="1134"/>
                  <a:pt x="17400" y="861"/>
                </a:cubicBezTo>
                <a:cubicBezTo>
                  <a:pt x="17625" y="590"/>
                  <a:pt x="17889" y="380"/>
                  <a:pt x="18187" y="227"/>
                </a:cubicBezTo>
                <a:cubicBezTo>
                  <a:pt x="18487" y="77"/>
                  <a:pt x="18808" y="0"/>
                  <a:pt x="19152" y="0"/>
                </a:cubicBezTo>
                <a:cubicBezTo>
                  <a:pt x="19480" y="0"/>
                  <a:pt x="19795" y="77"/>
                  <a:pt x="20095" y="227"/>
                </a:cubicBezTo>
                <a:cubicBezTo>
                  <a:pt x="20395" y="380"/>
                  <a:pt x="20656" y="590"/>
                  <a:pt x="20882" y="861"/>
                </a:cubicBezTo>
                <a:cubicBezTo>
                  <a:pt x="21108" y="1134"/>
                  <a:pt x="21285" y="1448"/>
                  <a:pt x="21412" y="1805"/>
                </a:cubicBezTo>
                <a:cubicBezTo>
                  <a:pt x="21537" y="2162"/>
                  <a:pt x="21599" y="2539"/>
                  <a:pt x="21599" y="2937"/>
                </a:cubicBezTo>
                <a:cubicBezTo>
                  <a:pt x="21599" y="3458"/>
                  <a:pt x="21499" y="3939"/>
                  <a:pt x="21295" y="4371"/>
                </a:cubicBezTo>
                <a:cubicBezTo>
                  <a:pt x="21093" y="4800"/>
                  <a:pt x="20820" y="5151"/>
                  <a:pt x="20474" y="5419"/>
                </a:cubicBezTo>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0" name="AutoShape 19"/>
          <p:cNvSpPr/>
          <p:nvPr/>
        </p:nvSpPr>
        <p:spPr bwMode="auto">
          <a:xfrm>
            <a:off x="7206751" y="5307569"/>
            <a:ext cx="422763" cy="396391"/>
          </a:xfrm>
          <a:custGeom>
            <a:avLst/>
            <a:gdLst>
              <a:gd name="T0" fmla="*/ 10800 w 21600"/>
              <a:gd name="T1" fmla="*/ 10789 h 21579"/>
              <a:gd name="T2" fmla="*/ 10800 w 21600"/>
              <a:gd name="T3" fmla="*/ 10789 h 21579"/>
              <a:gd name="T4" fmla="*/ 10800 w 21600"/>
              <a:gd name="T5" fmla="*/ 10789 h 21579"/>
              <a:gd name="T6" fmla="*/ 10800 w 21600"/>
              <a:gd name="T7" fmla="*/ 10789 h 21579"/>
            </a:gdLst>
            <a:ahLst/>
            <a:cxnLst>
              <a:cxn ang="0">
                <a:pos x="T0" y="T1"/>
              </a:cxn>
              <a:cxn ang="0">
                <a:pos x="T2" y="T3"/>
              </a:cxn>
              <a:cxn ang="0">
                <a:pos x="T4" y="T5"/>
              </a:cxn>
              <a:cxn ang="0">
                <a:pos x="T6" y="T7"/>
              </a:cxn>
            </a:cxnLst>
            <a:rect l="0" t="0" r="r" b="b"/>
            <a:pathLst>
              <a:path w="21600" h="21579">
                <a:moveTo>
                  <a:pt x="21599" y="9391"/>
                </a:moveTo>
                <a:cubicBezTo>
                  <a:pt x="21599" y="9887"/>
                  <a:pt x="21472" y="10321"/>
                  <a:pt x="21218" y="10697"/>
                </a:cubicBezTo>
                <a:cubicBezTo>
                  <a:pt x="20963" y="11072"/>
                  <a:pt x="20647" y="11313"/>
                  <a:pt x="20263" y="11427"/>
                </a:cubicBezTo>
                <a:lnTo>
                  <a:pt x="20263" y="16610"/>
                </a:lnTo>
                <a:cubicBezTo>
                  <a:pt x="20263" y="17200"/>
                  <a:pt x="20087" y="17708"/>
                  <a:pt x="19729" y="18128"/>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599" y="8895"/>
                  <a:pt x="21599" y="9391"/>
                </a:cubicBezTo>
                <a:moveTo>
                  <a:pt x="18459" y="2855"/>
                </a:moveTo>
                <a:cubicBezTo>
                  <a:pt x="17864" y="3407"/>
                  <a:pt x="17215" y="3941"/>
                  <a:pt x="16512" y="4451"/>
                </a:cubicBezTo>
                <a:cubicBezTo>
                  <a:pt x="15810" y="4962"/>
                  <a:pt x="15065" y="5423"/>
                  <a:pt x="14280" y="5834"/>
                </a:cubicBezTo>
                <a:cubicBezTo>
                  <a:pt x="13494" y="6245"/>
                  <a:pt x="12693" y="6609"/>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1" name="AutoShape 20"/>
          <p:cNvSpPr/>
          <p:nvPr/>
        </p:nvSpPr>
        <p:spPr bwMode="auto">
          <a:xfrm>
            <a:off x="4762139" y="3923922"/>
            <a:ext cx="424459" cy="39639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87" y="2580"/>
                </a:moveTo>
                <a:cubicBezTo>
                  <a:pt x="20419" y="2580"/>
                  <a:pt x="20793" y="2735"/>
                  <a:pt x="21116" y="3052"/>
                </a:cubicBezTo>
                <a:cubicBezTo>
                  <a:pt x="21438" y="3372"/>
                  <a:pt x="21599" y="3743"/>
                  <a:pt x="21599" y="4175"/>
                </a:cubicBezTo>
                <a:lnTo>
                  <a:pt x="21599" y="19987"/>
                </a:lnTo>
                <a:cubicBezTo>
                  <a:pt x="21599" y="20419"/>
                  <a:pt x="21438" y="20796"/>
                  <a:pt x="21116" y="21116"/>
                </a:cubicBezTo>
                <a:cubicBezTo>
                  <a:pt x="20793" y="21438"/>
                  <a:pt x="20419" y="21599"/>
                  <a:pt x="19987" y="21599"/>
                </a:cubicBezTo>
                <a:lnTo>
                  <a:pt x="1612" y="21599"/>
                </a:lnTo>
                <a:cubicBezTo>
                  <a:pt x="1180" y="21599"/>
                  <a:pt x="806" y="21438"/>
                  <a:pt x="483" y="21116"/>
                </a:cubicBezTo>
                <a:cubicBezTo>
                  <a:pt x="161" y="20796"/>
                  <a:pt x="0" y="20419"/>
                  <a:pt x="0" y="19987"/>
                </a:cubicBezTo>
                <a:lnTo>
                  <a:pt x="0" y="4175"/>
                </a:lnTo>
                <a:cubicBezTo>
                  <a:pt x="0" y="3743"/>
                  <a:pt x="161" y="3372"/>
                  <a:pt x="483" y="3052"/>
                </a:cubicBezTo>
                <a:cubicBezTo>
                  <a:pt x="806" y="2735"/>
                  <a:pt x="1180" y="2580"/>
                  <a:pt x="1612" y="2580"/>
                </a:cubicBezTo>
                <a:lnTo>
                  <a:pt x="2150" y="2580"/>
                </a:lnTo>
                <a:lnTo>
                  <a:pt x="2150" y="2401"/>
                </a:lnTo>
                <a:cubicBezTo>
                  <a:pt x="2150" y="2116"/>
                  <a:pt x="2196" y="1828"/>
                  <a:pt x="2288" y="1540"/>
                </a:cubicBezTo>
                <a:cubicBezTo>
                  <a:pt x="2381" y="1249"/>
                  <a:pt x="2530" y="990"/>
                  <a:pt x="2738" y="766"/>
                </a:cubicBezTo>
                <a:cubicBezTo>
                  <a:pt x="2942" y="541"/>
                  <a:pt x="3216" y="360"/>
                  <a:pt x="3555" y="213"/>
                </a:cubicBezTo>
                <a:cubicBezTo>
                  <a:pt x="3895" y="75"/>
                  <a:pt x="4310" y="0"/>
                  <a:pt x="4796" y="0"/>
                </a:cubicBezTo>
                <a:cubicBezTo>
                  <a:pt x="5283" y="0"/>
                  <a:pt x="5698" y="75"/>
                  <a:pt x="6037" y="213"/>
                </a:cubicBezTo>
                <a:cubicBezTo>
                  <a:pt x="6377" y="360"/>
                  <a:pt x="6651" y="541"/>
                  <a:pt x="6858" y="766"/>
                </a:cubicBezTo>
                <a:cubicBezTo>
                  <a:pt x="7062" y="990"/>
                  <a:pt x="7215" y="1255"/>
                  <a:pt x="7313" y="1546"/>
                </a:cubicBezTo>
                <a:cubicBezTo>
                  <a:pt x="7411" y="1840"/>
                  <a:pt x="7457" y="2125"/>
                  <a:pt x="7457" y="2401"/>
                </a:cubicBezTo>
                <a:lnTo>
                  <a:pt x="7457" y="2580"/>
                </a:lnTo>
                <a:lnTo>
                  <a:pt x="8133" y="2580"/>
                </a:lnTo>
                <a:lnTo>
                  <a:pt x="8133" y="2401"/>
                </a:lnTo>
                <a:cubicBezTo>
                  <a:pt x="8133" y="2116"/>
                  <a:pt x="8179" y="1828"/>
                  <a:pt x="8269" y="1540"/>
                </a:cubicBezTo>
                <a:cubicBezTo>
                  <a:pt x="8364" y="1249"/>
                  <a:pt x="8511" y="990"/>
                  <a:pt x="8718" y="766"/>
                </a:cubicBezTo>
                <a:cubicBezTo>
                  <a:pt x="8925" y="541"/>
                  <a:pt x="9199" y="360"/>
                  <a:pt x="9538" y="213"/>
                </a:cubicBezTo>
                <a:cubicBezTo>
                  <a:pt x="9878" y="74"/>
                  <a:pt x="10293" y="0"/>
                  <a:pt x="10779" y="0"/>
                </a:cubicBezTo>
                <a:cubicBezTo>
                  <a:pt x="11266" y="0"/>
                  <a:pt x="11678" y="74"/>
                  <a:pt x="12020" y="213"/>
                </a:cubicBezTo>
                <a:cubicBezTo>
                  <a:pt x="12360" y="360"/>
                  <a:pt x="12636" y="541"/>
                  <a:pt x="12852" y="766"/>
                </a:cubicBezTo>
                <a:cubicBezTo>
                  <a:pt x="13068" y="990"/>
                  <a:pt x="13227" y="1255"/>
                  <a:pt x="13322" y="1546"/>
                </a:cubicBezTo>
                <a:cubicBezTo>
                  <a:pt x="13417" y="1840"/>
                  <a:pt x="13469" y="2125"/>
                  <a:pt x="13469" y="2401"/>
                </a:cubicBezTo>
                <a:lnTo>
                  <a:pt x="13469" y="2580"/>
                </a:lnTo>
                <a:lnTo>
                  <a:pt x="14142" y="2580"/>
                </a:lnTo>
                <a:lnTo>
                  <a:pt x="14142" y="2401"/>
                </a:lnTo>
                <a:cubicBezTo>
                  <a:pt x="14142" y="2116"/>
                  <a:pt x="14191" y="1828"/>
                  <a:pt x="14286" y="1540"/>
                </a:cubicBezTo>
                <a:cubicBezTo>
                  <a:pt x="14384" y="1249"/>
                  <a:pt x="14534" y="990"/>
                  <a:pt x="14741" y="765"/>
                </a:cubicBezTo>
                <a:cubicBezTo>
                  <a:pt x="14948" y="541"/>
                  <a:pt x="15219" y="359"/>
                  <a:pt x="15556" y="213"/>
                </a:cubicBezTo>
                <a:cubicBezTo>
                  <a:pt x="15890" y="74"/>
                  <a:pt x="16305" y="0"/>
                  <a:pt x="16803" y="0"/>
                </a:cubicBezTo>
                <a:cubicBezTo>
                  <a:pt x="17289" y="0"/>
                  <a:pt x="17704" y="74"/>
                  <a:pt x="18044" y="213"/>
                </a:cubicBezTo>
                <a:cubicBezTo>
                  <a:pt x="18383" y="359"/>
                  <a:pt x="18657" y="541"/>
                  <a:pt x="18864" y="765"/>
                </a:cubicBezTo>
                <a:cubicBezTo>
                  <a:pt x="19069" y="990"/>
                  <a:pt x="19218" y="1255"/>
                  <a:pt x="19311" y="1546"/>
                </a:cubicBezTo>
                <a:cubicBezTo>
                  <a:pt x="19403" y="1839"/>
                  <a:pt x="19449" y="2125"/>
                  <a:pt x="19449" y="2401"/>
                </a:cubicBezTo>
                <a:lnTo>
                  <a:pt x="19449" y="2580"/>
                </a:lnTo>
                <a:lnTo>
                  <a:pt x="19987" y="2580"/>
                </a:lnTo>
                <a:close/>
                <a:moveTo>
                  <a:pt x="6066" y="7968"/>
                </a:moveTo>
                <a:lnTo>
                  <a:pt x="2179" y="7968"/>
                </a:lnTo>
                <a:lnTo>
                  <a:pt x="2179" y="11443"/>
                </a:lnTo>
                <a:lnTo>
                  <a:pt x="6066" y="11443"/>
                </a:lnTo>
                <a:lnTo>
                  <a:pt x="6066" y="7968"/>
                </a:lnTo>
                <a:close/>
                <a:moveTo>
                  <a:pt x="6066" y="11976"/>
                </a:moveTo>
                <a:lnTo>
                  <a:pt x="2179" y="11976"/>
                </a:lnTo>
                <a:lnTo>
                  <a:pt x="2179" y="15452"/>
                </a:lnTo>
                <a:lnTo>
                  <a:pt x="6066" y="15452"/>
                </a:lnTo>
                <a:lnTo>
                  <a:pt x="6066" y="11976"/>
                </a:lnTo>
                <a:close/>
                <a:moveTo>
                  <a:pt x="6066" y="15976"/>
                </a:moveTo>
                <a:lnTo>
                  <a:pt x="2179" y="15976"/>
                </a:lnTo>
                <a:lnTo>
                  <a:pt x="2179" y="19422"/>
                </a:lnTo>
                <a:lnTo>
                  <a:pt x="6066" y="19422"/>
                </a:lnTo>
                <a:lnTo>
                  <a:pt x="6066" y="15976"/>
                </a:lnTo>
                <a:close/>
                <a:moveTo>
                  <a:pt x="3754" y="5543"/>
                </a:moveTo>
                <a:cubicBezTo>
                  <a:pt x="3754" y="6067"/>
                  <a:pt x="4102" y="6323"/>
                  <a:pt x="4799" y="6323"/>
                </a:cubicBezTo>
                <a:cubicBezTo>
                  <a:pt x="5499" y="6323"/>
                  <a:pt x="5847" y="6067"/>
                  <a:pt x="5847" y="5543"/>
                </a:cubicBezTo>
                <a:lnTo>
                  <a:pt x="5847" y="2398"/>
                </a:lnTo>
                <a:cubicBezTo>
                  <a:pt x="5847" y="1877"/>
                  <a:pt x="5499" y="1612"/>
                  <a:pt x="4799" y="1612"/>
                </a:cubicBezTo>
                <a:cubicBezTo>
                  <a:pt x="4102" y="1612"/>
                  <a:pt x="3754" y="1877"/>
                  <a:pt x="3754" y="2398"/>
                </a:cubicBezTo>
                <a:lnTo>
                  <a:pt x="3754" y="5543"/>
                </a:lnTo>
                <a:close/>
                <a:moveTo>
                  <a:pt x="10535" y="7968"/>
                </a:moveTo>
                <a:lnTo>
                  <a:pt x="6607" y="7968"/>
                </a:lnTo>
                <a:lnTo>
                  <a:pt x="6607" y="11443"/>
                </a:lnTo>
                <a:lnTo>
                  <a:pt x="10535" y="11443"/>
                </a:lnTo>
                <a:lnTo>
                  <a:pt x="10535" y="7968"/>
                </a:lnTo>
                <a:close/>
                <a:moveTo>
                  <a:pt x="10535" y="11976"/>
                </a:moveTo>
                <a:lnTo>
                  <a:pt x="6607" y="11976"/>
                </a:lnTo>
                <a:lnTo>
                  <a:pt x="6607" y="15452"/>
                </a:lnTo>
                <a:lnTo>
                  <a:pt x="10535" y="15452"/>
                </a:lnTo>
                <a:lnTo>
                  <a:pt x="10535" y="11976"/>
                </a:lnTo>
                <a:close/>
                <a:moveTo>
                  <a:pt x="10535" y="15976"/>
                </a:moveTo>
                <a:lnTo>
                  <a:pt x="6607" y="15976"/>
                </a:lnTo>
                <a:lnTo>
                  <a:pt x="6607" y="19422"/>
                </a:lnTo>
                <a:lnTo>
                  <a:pt x="10535" y="19422"/>
                </a:lnTo>
                <a:lnTo>
                  <a:pt x="10535" y="15976"/>
                </a:lnTo>
                <a:close/>
                <a:moveTo>
                  <a:pt x="9774" y="5543"/>
                </a:moveTo>
                <a:cubicBezTo>
                  <a:pt x="9774" y="5825"/>
                  <a:pt x="9849" y="6027"/>
                  <a:pt x="9996" y="6145"/>
                </a:cubicBezTo>
                <a:cubicBezTo>
                  <a:pt x="10143" y="6269"/>
                  <a:pt x="10405" y="6323"/>
                  <a:pt x="10782" y="6323"/>
                </a:cubicBezTo>
                <a:cubicBezTo>
                  <a:pt x="11159" y="6323"/>
                  <a:pt x="11427" y="6263"/>
                  <a:pt x="11588" y="6139"/>
                </a:cubicBezTo>
                <a:cubicBezTo>
                  <a:pt x="11750" y="6015"/>
                  <a:pt x="11830" y="5819"/>
                  <a:pt x="11830" y="5543"/>
                </a:cubicBezTo>
                <a:lnTo>
                  <a:pt x="11830" y="2398"/>
                </a:lnTo>
                <a:cubicBezTo>
                  <a:pt x="11830" y="2128"/>
                  <a:pt x="11750" y="1932"/>
                  <a:pt x="11588" y="1802"/>
                </a:cubicBezTo>
                <a:cubicBezTo>
                  <a:pt x="11427" y="1673"/>
                  <a:pt x="11159" y="1612"/>
                  <a:pt x="10782" y="1612"/>
                </a:cubicBezTo>
                <a:cubicBezTo>
                  <a:pt x="10405" y="1612"/>
                  <a:pt x="10143" y="1679"/>
                  <a:pt x="9996" y="1814"/>
                </a:cubicBezTo>
                <a:cubicBezTo>
                  <a:pt x="9849" y="1944"/>
                  <a:pt x="9774" y="2139"/>
                  <a:pt x="9774" y="2398"/>
                </a:cubicBezTo>
                <a:lnTo>
                  <a:pt x="9774" y="5543"/>
                </a:lnTo>
                <a:close/>
                <a:moveTo>
                  <a:pt x="14986" y="7968"/>
                </a:moveTo>
                <a:lnTo>
                  <a:pt x="11073" y="7968"/>
                </a:lnTo>
                <a:lnTo>
                  <a:pt x="11073" y="11443"/>
                </a:lnTo>
                <a:lnTo>
                  <a:pt x="14986" y="11443"/>
                </a:lnTo>
                <a:lnTo>
                  <a:pt x="14986" y="7968"/>
                </a:lnTo>
                <a:close/>
                <a:moveTo>
                  <a:pt x="14986" y="11976"/>
                </a:moveTo>
                <a:lnTo>
                  <a:pt x="11073" y="11976"/>
                </a:lnTo>
                <a:lnTo>
                  <a:pt x="11073" y="15452"/>
                </a:lnTo>
                <a:lnTo>
                  <a:pt x="14986" y="15452"/>
                </a:lnTo>
                <a:lnTo>
                  <a:pt x="14986" y="11976"/>
                </a:lnTo>
                <a:close/>
                <a:moveTo>
                  <a:pt x="14986" y="15976"/>
                </a:moveTo>
                <a:lnTo>
                  <a:pt x="11073" y="15976"/>
                </a:lnTo>
                <a:lnTo>
                  <a:pt x="11073" y="19422"/>
                </a:lnTo>
                <a:lnTo>
                  <a:pt x="14986" y="19422"/>
                </a:lnTo>
                <a:lnTo>
                  <a:pt x="14986" y="15976"/>
                </a:lnTo>
                <a:close/>
                <a:moveTo>
                  <a:pt x="19423" y="7968"/>
                </a:moveTo>
                <a:lnTo>
                  <a:pt x="15521" y="7968"/>
                </a:lnTo>
                <a:lnTo>
                  <a:pt x="15521" y="11443"/>
                </a:lnTo>
                <a:lnTo>
                  <a:pt x="19423" y="11443"/>
                </a:lnTo>
                <a:lnTo>
                  <a:pt x="19423" y="7968"/>
                </a:lnTo>
                <a:close/>
                <a:moveTo>
                  <a:pt x="19423" y="11976"/>
                </a:moveTo>
                <a:lnTo>
                  <a:pt x="15521" y="11976"/>
                </a:lnTo>
                <a:lnTo>
                  <a:pt x="15521" y="15452"/>
                </a:lnTo>
                <a:lnTo>
                  <a:pt x="19423" y="15452"/>
                </a:lnTo>
                <a:lnTo>
                  <a:pt x="19423" y="11976"/>
                </a:lnTo>
                <a:close/>
                <a:moveTo>
                  <a:pt x="19423" y="15976"/>
                </a:moveTo>
                <a:lnTo>
                  <a:pt x="15521" y="15976"/>
                </a:lnTo>
                <a:lnTo>
                  <a:pt x="15521" y="19422"/>
                </a:lnTo>
                <a:lnTo>
                  <a:pt x="19423" y="19422"/>
                </a:lnTo>
                <a:lnTo>
                  <a:pt x="19423" y="15976"/>
                </a:lnTo>
                <a:close/>
                <a:moveTo>
                  <a:pt x="15758" y="5543"/>
                </a:moveTo>
                <a:cubicBezTo>
                  <a:pt x="15758" y="6067"/>
                  <a:pt x="16106" y="6323"/>
                  <a:pt x="16806" y="6323"/>
                </a:cubicBezTo>
                <a:cubicBezTo>
                  <a:pt x="17502" y="6323"/>
                  <a:pt x="17848" y="6067"/>
                  <a:pt x="17839" y="5543"/>
                </a:cubicBezTo>
                <a:lnTo>
                  <a:pt x="17839" y="2398"/>
                </a:lnTo>
                <a:cubicBezTo>
                  <a:pt x="17839" y="1877"/>
                  <a:pt x="17494" y="1612"/>
                  <a:pt x="16806" y="1612"/>
                </a:cubicBezTo>
                <a:cubicBezTo>
                  <a:pt x="16106" y="1612"/>
                  <a:pt x="15758" y="1877"/>
                  <a:pt x="15758" y="2398"/>
                </a:cubicBezTo>
                <a:lnTo>
                  <a:pt x="15758" y="5543"/>
                </a:lnTo>
                <a:close/>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2" name="AutoShape 43"/>
          <p:cNvSpPr/>
          <p:nvPr/>
        </p:nvSpPr>
        <p:spPr bwMode="auto">
          <a:xfrm>
            <a:off x="7205055" y="2510386"/>
            <a:ext cx="424459" cy="4360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58"/>
                  <a:pt x="21208" y="478"/>
                </a:cubicBezTo>
                <a:cubicBezTo>
                  <a:pt x="21470" y="798"/>
                  <a:pt x="21599" y="1177"/>
                  <a:pt x="21599" y="1615"/>
                </a:cubicBezTo>
                <a:lnTo>
                  <a:pt x="21599" y="19984"/>
                </a:lnTo>
                <a:cubicBezTo>
                  <a:pt x="21599" y="20422"/>
                  <a:pt x="21470" y="20803"/>
                  <a:pt x="21208" y="21124"/>
                </a:cubicBezTo>
                <a:cubicBezTo>
                  <a:pt x="20948" y="21441"/>
                  <a:pt x="20632" y="21599"/>
                  <a:pt x="20263" y="21599"/>
                </a:cubicBezTo>
                <a:lnTo>
                  <a:pt x="1346" y="21599"/>
                </a:lnTo>
                <a:cubicBezTo>
                  <a:pt x="981" y="21599"/>
                  <a:pt x="663" y="21441"/>
                  <a:pt x="396" y="21124"/>
                </a:cubicBezTo>
                <a:cubicBezTo>
                  <a:pt x="132" y="20803"/>
                  <a:pt x="0" y="20422"/>
                  <a:pt x="0" y="19984"/>
                </a:cubicBezTo>
                <a:lnTo>
                  <a:pt x="0" y="1615"/>
                </a:lnTo>
                <a:cubicBezTo>
                  <a:pt x="0" y="1177"/>
                  <a:pt x="132" y="798"/>
                  <a:pt x="396" y="478"/>
                </a:cubicBezTo>
                <a:cubicBezTo>
                  <a:pt x="661" y="158"/>
                  <a:pt x="979" y="0"/>
                  <a:pt x="1346" y="0"/>
                </a:cubicBezTo>
                <a:lnTo>
                  <a:pt x="20263" y="0"/>
                </a:lnTo>
                <a:close/>
                <a:moveTo>
                  <a:pt x="19805" y="2170"/>
                </a:moveTo>
                <a:lnTo>
                  <a:pt x="1801" y="2170"/>
                </a:lnTo>
                <a:lnTo>
                  <a:pt x="1801" y="19440"/>
                </a:lnTo>
                <a:lnTo>
                  <a:pt x="19805" y="19440"/>
                </a:lnTo>
                <a:lnTo>
                  <a:pt x="19805" y="2170"/>
                </a:lnTo>
                <a:close/>
                <a:moveTo>
                  <a:pt x="5425" y="8662"/>
                </a:moveTo>
                <a:cubicBezTo>
                  <a:pt x="4910" y="8662"/>
                  <a:pt x="4475" y="8454"/>
                  <a:pt x="4125" y="8034"/>
                </a:cubicBezTo>
                <a:cubicBezTo>
                  <a:pt x="3770" y="7611"/>
                  <a:pt x="3598" y="7103"/>
                  <a:pt x="3598" y="6512"/>
                </a:cubicBezTo>
                <a:cubicBezTo>
                  <a:pt x="3598" y="5895"/>
                  <a:pt x="3770" y="5372"/>
                  <a:pt x="4125" y="4952"/>
                </a:cubicBezTo>
                <a:cubicBezTo>
                  <a:pt x="4477" y="4526"/>
                  <a:pt x="4910" y="4321"/>
                  <a:pt x="5425" y="4321"/>
                </a:cubicBezTo>
                <a:cubicBezTo>
                  <a:pt x="5914" y="4321"/>
                  <a:pt x="6340" y="4529"/>
                  <a:pt x="6693" y="4952"/>
                </a:cubicBezTo>
                <a:cubicBezTo>
                  <a:pt x="7045" y="5372"/>
                  <a:pt x="7219" y="5895"/>
                  <a:pt x="7219" y="6512"/>
                </a:cubicBezTo>
                <a:cubicBezTo>
                  <a:pt x="7219" y="7103"/>
                  <a:pt x="7045" y="7611"/>
                  <a:pt x="6693" y="8034"/>
                </a:cubicBezTo>
                <a:cubicBezTo>
                  <a:pt x="6340" y="8454"/>
                  <a:pt x="5914" y="8662"/>
                  <a:pt x="5425" y="8662"/>
                </a:cubicBezTo>
                <a:moveTo>
                  <a:pt x="18001" y="17287"/>
                </a:moveTo>
                <a:lnTo>
                  <a:pt x="3598" y="17287"/>
                </a:lnTo>
                <a:lnTo>
                  <a:pt x="3598" y="15810"/>
                </a:lnTo>
                <a:lnTo>
                  <a:pt x="6845" y="10745"/>
                </a:lnTo>
                <a:lnTo>
                  <a:pt x="9045" y="12942"/>
                </a:lnTo>
                <a:lnTo>
                  <a:pt x="13193" y="5387"/>
                </a:lnTo>
                <a:lnTo>
                  <a:pt x="17998" y="11350"/>
                </a:lnTo>
                <a:lnTo>
                  <a:pt x="17998" y="17287"/>
                </a:lnTo>
                <a:close/>
              </a:path>
            </a:pathLst>
          </a:custGeom>
          <a:solidFill>
            <a:schemeClr val="bg1"/>
          </a:solidFill>
          <a:ln>
            <a:noFill/>
          </a:ln>
          <a:effectLst/>
        </p:spPr>
        <p:txBody>
          <a:bodyPr lIns="101578" tIns="101578" rIns="101578" bIns="101578" anchor="ctr"/>
          <a:lstStyle>
            <a:defPPr>
              <a:defRPr lang="en-US"/>
            </a:defPPr>
            <a:lvl1pPr marL="0" algn="l" defTabSz="1828165" rtl="0" eaLnBrk="1" latinLnBrk="0" hangingPunct="1">
              <a:defRPr sz="3600" kern="1200">
                <a:solidFill>
                  <a:schemeClr val="tx1"/>
                </a:solidFill>
                <a:latin typeface="+mn-lt"/>
                <a:ea typeface="+mn-ea"/>
                <a:cs typeface="+mn-cs"/>
              </a:defRPr>
            </a:lvl1pPr>
            <a:lvl2pPr marL="914400" algn="l" defTabSz="1828165" rtl="0" eaLnBrk="1" latinLnBrk="0" hangingPunct="1">
              <a:defRPr sz="3600" kern="1200">
                <a:solidFill>
                  <a:schemeClr val="tx1"/>
                </a:solidFill>
                <a:latin typeface="+mn-lt"/>
                <a:ea typeface="+mn-ea"/>
                <a:cs typeface="+mn-cs"/>
              </a:defRPr>
            </a:lvl2pPr>
            <a:lvl3pPr marL="1828165" algn="l" defTabSz="1828165" rtl="0" eaLnBrk="1" latinLnBrk="0" hangingPunct="1">
              <a:defRPr sz="3600" kern="1200">
                <a:solidFill>
                  <a:schemeClr val="tx1"/>
                </a:solidFill>
                <a:latin typeface="+mn-lt"/>
                <a:ea typeface="+mn-ea"/>
                <a:cs typeface="+mn-cs"/>
              </a:defRPr>
            </a:lvl3pPr>
            <a:lvl4pPr marL="2742565" algn="l" defTabSz="1828165" rtl="0" eaLnBrk="1" latinLnBrk="0" hangingPunct="1">
              <a:defRPr sz="3600" kern="1200">
                <a:solidFill>
                  <a:schemeClr val="tx1"/>
                </a:solidFill>
                <a:latin typeface="+mn-lt"/>
                <a:ea typeface="+mn-ea"/>
                <a:cs typeface="+mn-cs"/>
              </a:defRPr>
            </a:lvl4pPr>
            <a:lvl5pPr marL="3656965" algn="l" defTabSz="1828165" rtl="0" eaLnBrk="1" latinLnBrk="0" hangingPunct="1">
              <a:defRPr sz="3600" kern="1200">
                <a:solidFill>
                  <a:schemeClr val="tx1"/>
                </a:solidFill>
                <a:latin typeface="+mn-lt"/>
                <a:ea typeface="+mn-ea"/>
                <a:cs typeface="+mn-cs"/>
              </a:defRPr>
            </a:lvl5pPr>
            <a:lvl6pPr marL="4571365" algn="l" defTabSz="1828165" rtl="0" eaLnBrk="1" latinLnBrk="0" hangingPunct="1">
              <a:defRPr sz="3600" kern="1200">
                <a:solidFill>
                  <a:schemeClr val="tx1"/>
                </a:solidFill>
                <a:latin typeface="+mn-lt"/>
                <a:ea typeface="+mn-ea"/>
                <a:cs typeface="+mn-cs"/>
              </a:defRPr>
            </a:lvl6pPr>
            <a:lvl7pPr marL="5485130" algn="l" defTabSz="1828165" rtl="0" eaLnBrk="1" latinLnBrk="0" hangingPunct="1">
              <a:defRPr sz="3600" kern="1200">
                <a:solidFill>
                  <a:schemeClr val="tx1"/>
                </a:solidFill>
                <a:latin typeface="+mn-lt"/>
                <a:ea typeface="+mn-ea"/>
                <a:cs typeface="+mn-cs"/>
              </a:defRPr>
            </a:lvl7pPr>
            <a:lvl8pPr marL="6399530" algn="l" defTabSz="1828165" rtl="0" eaLnBrk="1" latinLnBrk="0" hangingPunct="1">
              <a:defRPr sz="3600" kern="1200">
                <a:solidFill>
                  <a:schemeClr val="tx1"/>
                </a:solidFill>
                <a:latin typeface="+mn-lt"/>
                <a:ea typeface="+mn-ea"/>
                <a:cs typeface="+mn-cs"/>
              </a:defRPr>
            </a:lvl8pPr>
            <a:lvl9pPr marL="7313930" algn="l" defTabSz="1828165" rtl="0" eaLnBrk="1" latinLnBrk="0" hangingPunct="1">
              <a:defRPr sz="3600" kern="1200">
                <a:solidFill>
                  <a:schemeClr val="tx1"/>
                </a:solidFill>
                <a:latin typeface="+mn-lt"/>
                <a:ea typeface="+mn-ea"/>
                <a:cs typeface="+mn-cs"/>
              </a:defRPr>
            </a:lvl9pPr>
          </a:lstStyle>
          <a:p>
            <a:pPr defTabSz="914400">
              <a:defRPr/>
            </a:pPr>
            <a:endParaRPr lang="es-ES" sz="5800" dirty="0">
              <a:solidFill>
                <a:srgbClr val="44CEB9"/>
              </a:solidFill>
              <a:effectLst>
                <a:outerShdw blurRad="38100" dist="38100" dir="2700000" algn="tl">
                  <a:srgbClr val="000000"/>
                </a:outerShdw>
              </a:effectLst>
              <a:latin typeface="Arial" panose="020B0604020202020204" pitchFamily="34" charset="0"/>
              <a:cs typeface="Arial" panose="020B0604020202020204" pitchFamily="34" charset="0"/>
              <a:sym typeface="Arial" panose="020B0604020202020204" pitchFamily="34" charset="0"/>
            </a:endParaRPr>
          </a:p>
        </p:txBody>
      </p:sp>
      <p:sp>
        <p:nvSpPr>
          <p:cNvPr id="84" name="矩形 83"/>
          <p:cNvSpPr/>
          <p:nvPr/>
        </p:nvSpPr>
        <p:spPr>
          <a:xfrm>
            <a:off x="7721797" y="720088"/>
            <a:ext cx="154940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85" name="矩形 84"/>
          <p:cNvSpPr/>
          <p:nvPr/>
        </p:nvSpPr>
        <p:spPr>
          <a:xfrm>
            <a:off x="7721796" y="1106270"/>
            <a:ext cx="3901763" cy="612155"/>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6" name="矩形 85"/>
          <p:cNvSpPr/>
          <p:nvPr/>
        </p:nvSpPr>
        <p:spPr>
          <a:xfrm>
            <a:off x="7721797" y="3680463"/>
            <a:ext cx="1549400" cy="400110"/>
          </a:xfrm>
          <a:prstGeom prst="rect">
            <a:avLst/>
          </a:prstGeom>
        </p:spPr>
        <p:txBody>
          <a:bodyPr wrap="square">
            <a:spAutoFit/>
          </a:bodyPr>
          <a:lstStyle/>
          <a:p>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87" name="矩形 86"/>
          <p:cNvSpPr/>
          <p:nvPr/>
        </p:nvSpPr>
        <p:spPr>
          <a:xfrm>
            <a:off x="7721796" y="4066645"/>
            <a:ext cx="3901763" cy="612155"/>
          </a:xfrm>
          <a:prstGeom prst="rect">
            <a:avLst/>
          </a:prstGeom>
        </p:spPr>
        <p:txBody>
          <a:bodyPr wrap="square">
            <a:spAutoFit/>
          </a:bodyPr>
          <a:lstStyle/>
          <a:p>
            <a:pP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88" name="矩形 87"/>
          <p:cNvSpPr/>
          <p:nvPr/>
        </p:nvSpPr>
        <p:spPr>
          <a:xfrm>
            <a:off x="3028369" y="2047236"/>
            <a:ext cx="154940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89" name="矩形 88"/>
          <p:cNvSpPr/>
          <p:nvPr/>
        </p:nvSpPr>
        <p:spPr>
          <a:xfrm>
            <a:off x="676006" y="2433418"/>
            <a:ext cx="3901763" cy="612155"/>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0" name="矩形 89"/>
          <p:cNvSpPr/>
          <p:nvPr/>
        </p:nvSpPr>
        <p:spPr>
          <a:xfrm>
            <a:off x="3028369" y="5007611"/>
            <a:ext cx="1549400" cy="400110"/>
          </a:xfrm>
          <a:prstGeom prst="rect">
            <a:avLst/>
          </a:prstGeom>
        </p:spPr>
        <p:txBody>
          <a:bodyPr wrap="square">
            <a:spAutoFit/>
          </a:bodyPr>
          <a:lstStyle/>
          <a:p>
            <a:pPr algn="r"/>
            <a:r>
              <a:rPr lang="en-US" altLang="zh-CN" sz="2000">
                <a:solidFill>
                  <a:schemeClr val="tx1">
                    <a:lumMod val="65000"/>
                    <a:lumOff val="35000"/>
                  </a:schemeClr>
                </a:solidFill>
                <a:latin typeface="Arial" panose="020B0604020202020204" pitchFamily="34" charset="0"/>
                <a:cs typeface="Arial" panose="020B0604020202020204" pitchFamily="34" charset="0"/>
              </a:rPr>
              <a:t>Title here</a:t>
            </a:r>
            <a:endParaRPr lang="zh-CN" altLang="en-US" sz="2000">
              <a:solidFill>
                <a:schemeClr val="tx1">
                  <a:lumMod val="65000"/>
                  <a:lumOff val="35000"/>
                </a:schemeClr>
              </a:solidFill>
              <a:latin typeface="Arial" panose="020B0604020202020204" pitchFamily="34" charset="0"/>
              <a:cs typeface="Arial" panose="020B0604020202020204" pitchFamily="34" charset="0"/>
            </a:endParaRPr>
          </a:p>
        </p:txBody>
      </p:sp>
      <p:sp>
        <p:nvSpPr>
          <p:cNvPr id="91" name="矩形 90"/>
          <p:cNvSpPr/>
          <p:nvPr/>
        </p:nvSpPr>
        <p:spPr>
          <a:xfrm>
            <a:off x="676006" y="5393793"/>
            <a:ext cx="3901763" cy="612155"/>
          </a:xfrm>
          <a:prstGeom prst="rect">
            <a:avLst/>
          </a:prstGeom>
        </p:spPr>
        <p:txBody>
          <a:bodyPr wrap="square">
            <a:spAutoFit/>
          </a:bodyPr>
          <a:lstStyle/>
          <a:p>
            <a:pPr algn="r">
              <a:lnSpc>
                <a:spcPct val="150000"/>
              </a:lnSpc>
            </a:pPr>
            <a:r>
              <a:rPr lang="en-US" altLang="zh-CN" sz="1200">
                <a:solidFill>
                  <a:schemeClr val="tx1">
                    <a:lumMod val="65000"/>
                    <a:lumOff val="35000"/>
                  </a:schemeClr>
                </a:solidFill>
                <a:latin typeface="Arial" panose="020B0604020202020204" pitchFamily="34" charset="0"/>
                <a:cs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1173902"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35"/>
          <p:cNvSpPr/>
          <p:nvPr/>
        </p:nvSpPr>
        <p:spPr>
          <a:xfrm>
            <a:off x="1473804" y="2819130"/>
            <a:ext cx="1124230" cy="1124230"/>
          </a:xfrm>
          <a:prstGeom prst="roundRect">
            <a:avLst>
              <a:gd name="adj" fmla="val 7233"/>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矩形 36"/>
          <p:cNvSpPr/>
          <p:nvPr/>
        </p:nvSpPr>
        <p:spPr>
          <a:xfrm>
            <a:off x="3979080"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38" name="矩形: 圆角 37"/>
          <p:cNvSpPr/>
          <p:nvPr/>
        </p:nvSpPr>
        <p:spPr>
          <a:xfrm>
            <a:off x="4278982" y="2819130"/>
            <a:ext cx="1124230" cy="1124230"/>
          </a:xfrm>
          <a:prstGeom prst="roundRect">
            <a:avLst>
              <a:gd name="adj" fmla="val 7233"/>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9" name="矩形 38"/>
          <p:cNvSpPr/>
          <p:nvPr/>
        </p:nvSpPr>
        <p:spPr>
          <a:xfrm>
            <a:off x="6784258"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p:cNvSpPr/>
          <p:nvPr/>
        </p:nvSpPr>
        <p:spPr>
          <a:xfrm>
            <a:off x="7084160" y="2819130"/>
            <a:ext cx="1124230" cy="1124230"/>
          </a:xfrm>
          <a:prstGeom prst="roundRect">
            <a:avLst>
              <a:gd name="adj" fmla="val 7233"/>
            </a:avLst>
          </a:pr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矩形 40"/>
          <p:cNvSpPr/>
          <p:nvPr/>
        </p:nvSpPr>
        <p:spPr>
          <a:xfrm>
            <a:off x="9589437" y="1707432"/>
            <a:ext cx="1689100" cy="16891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p:cNvSpPr/>
          <p:nvPr/>
        </p:nvSpPr>
        <p:spPr>
          <a:xfrm>
            <a:off x="9889339" y="2819130"/>
            <a:ext cx="1124230" cy="1124230"/>
          </a:xfrm>
          <a:prstGeom prst="roundRect">
            <a:avLst>
              <a:gd name="adj" fmla="val 7233"/>
            </a:avLst>
          </a:pr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3" name="组合 42"/>
          <p:cNvGrpSpPr/>
          <p:nvPr/>
        </p:nvGrpSpPr>
        <p:grpSpPr>
          <a:xfrm>
            <a:off x="10154842" y="3218218"/>
            <a:ext cx="558289" cy="377339"/>
            <a:chOff x="19585340" y="2539104"/>
            <a:chExt cx="898789" cy="607478"/>
          </a:xfrm>
          <a:solidFill>
            <a:schemeClr val="bg1"/>
          </a:solidFill>
        </p:grpSpPr>
        <p:sp>
          <p:nvSpPr>
            <p:cNvPr id="44" name="Freeform 125"/>
            <p:cNvSpPr/>
            <p:nvPr/>
          </p:nvSpPr>
          <p:spPr>
            <a:xfrm>
              <a:off x="19585340" y="2539104"/>
              <a:ext cx="345750" cy="394343"/>
            </a:xfrm>
            <a:custGeom>
              <a:avLst/>
              <a:gdLst/>
              <a:ahLst/>
              <a:cxnLst>
                <a:cxn ang="0">
                  <a:pos x="wd2" y="hd2"/>
                </a:cxn>
                <a:cxn ang="5400000">
                  <a:pos x="wd2" y="hd2"/>
                </a:cxn>
                <a:cxn ang="10800000">
                  <a:pos x="wd2" y="hd2"/>
                </a:cxn>
                <a:cxn ang="16200000">
                  <a:pos x="wd2" y="hd2"/>
                </a:cxn>
              </a:cxnLst>
              <a:rect l="0" t="0" r="r" b="b"/>
              <a:pathLst>
                <a:path w="21405" h="21321" extrusionOk="0">
                  <a:moveTo>
                    <a:pt x="4205" y="15673"/>
                  </a:moveTo>
                  <a:cubicBezTo>
                    <a:pt x="4205" y="15673"/>
                    <a:pt x="3405" y="15146"/>
                    <a:pt x="3205" y="14970"/>
                  </a:cubicBezTo>
                  <a:cubicBezTo>
                    <a:pt x="1205" y="13390"/>
                    <a:pt x="5" y="11634"/>
                    <a:pt x="5" y="9527"/>
                  </a:cubicBezTo>
                  <a:cubicBezTo>
                    <a:pt x="-195" y="4609"/>
                    <a:pt x="6005" y="219"/>
                    <a:pt x="14005" y="44"/>
                  </a:cubicBezTo>
                  <a:cubicBezTo>
                    <a:pt x="16805" y="-132"/>
                    <a:pt x="19205" y="219"/>
                    <a:pt x="21405" y="1097"/>
                  </a:cubicBezTo>
                  <a:cubicBezTo>
                    <a:pt x="14805" y="3556"/>
                    <a:pt x="10405" y="8297"/>
                    <a:pt x="10005" y="13741"/>
                  </a:cubicBezTo>
                  <a:cubicBezTo>
                    <a:pt x="10005" y="15673"/>
                    <a:pt x="10405" y="17429"/>
                    <a:pt x="11405" y="19185"/>
                  </a:cubicBezTo>
                  <a:cubicBezTo>
                    <a:pt x="10405" y="19712"/>
                    <a:pt x="9005" y="20590"/>
                    <a:pt x="7405" y="20941"/>
                  </a:cubicBezTo>
                  <a:cubicBezTo>
                    <a:pt x="5605" y="21468"/>
                    <a:pt x="4605" y="21292"/>
                    <a:pt x="4005" y="21292"/>
                  </a:cubicBezTo>
                  <a:cubicBezTo>
                    <a:pt x="3205" y="21292"/>
                    <a:pt x="2605" y="20941"/>
                    <a:pt x="3405" y="20414"/>
                  </a:cubicBezTo>
                  <a:cubicBezTo>
                    <a:pt x="4005" y="19712"/>
                    <a:pt x="5605" y="18483"/>
                    <a:pt x="5605" y="17253"/>
                  </a:cubicBezTo>
                  <a:cubicBezTo>
                    <a:pt x="5405" y="16551"/>
                    <a:pt x="4605" y="15848"/>
                    <a:pt x="4205" y="15673"/>
                  </a:cubicBezTo>
                  <a:close/>
                </a:path>
              </a:pathLst>
            </a:custGeom>
            <a:grpFill/>
            <a:ln w="12700" cap="flat">
              <a:noFill/>
              <a:miter lim="400000"/>
            </a:ln>
            <a:effectLst/>
          </p:spPr>
          <p:txBody>
            <a:bodyPr wrap="square" lIns="91439" tIns="91439" rIns="91439" bIns="91439" numCol="1" anchor="t">
              <a:noAutofit/>
            </a:bodyPr>
            <a:lstStyle/>
            <a:p/>
          </p:txBody>
        </p:sp>
        <p:sp>
          <p:nvSpPr>
            <p:cNvPr id="45" name="Freeform 126"/>
            <p:cNvSpPr/>
            <p:nvPr/>
          </p:nvSpPr>
          <p:spPr>
            <a:xfrm>
              <a:off x="19785114" y="2556189"/>
              <a:ext cx="699015" cy="590393"/>
            </a:xfrm>
            <a:custGeom>
              <a:avLst/>
              <a:gdLst/>
              <a:ahLst/>
              <a:cxnLst>
                <a:cxn ang="0">
                  <a:pos x="wd2" y="hd2"/>
                </a:cxn>
                <a:cxn ang="5400000">
                  <a:pos x="wd2" y="hd2"/>
                </a:cxn>
                <a:cxn ang="10800000">
                  <a:pos x="wd2" y="hd2"/>
                </a:cxn>
                <a:cxn ang="16200000">
                  <a:pos x="wd2" y="hd2"/>
                </a:cxn>
              </a:cxnLst>
              <a:rect l="0" t="0" r="r" b="b"/>
              <a:pathLst>
                <a:path w="21312" h="21375" extrusionOk="0">
                  <a:moveTo>
                    <a:pt x="10950" y="10"/>
                  </a:moveTo>
                  <a:cubicBezTo>
                    <a:pt x="16867" y="362"/>
                    <a:pt x="21503" y="4588"/>
                    <a:pt x="21306" y="9518"/>
                  </a:cubicBezTo>
                  <a:cubicBezTo>
                    <a:pt x="21306" y="11632"/>
                    <a:pt x="20418" y="13510"/>
                    <a:pt x="19037" y="14918"/>
                  </a:cubicBezTo>
                  <a:cubicBezTo>
                    <a:pt x="18741" y="15271"/>
                    <a:pt x="18150" y="15623"/>
                    <a:pt x="18150" y="15623"/>
                  </a:cubicBezTo>
                  <a:cubicBezTo>
                    <a:pt x="17854" y="15858"/>
                    <a:pt x="17262" y="16562"/>
                    <a:pt x="17163" y="17266"/>
                  </a:cubicBezTo>
                  <a:cubicBezTo>
                    <a:pt x="17163" y="18558"/>
                    <a:pt x="18347" y="19849"/>
                    <a:pt x="18840" y="20318"/>
                  </a:cubicBezTo>
                  <a:cubicBezTo>
                    <a:pt x="19333" y="20905"/>
                    <a:pt x="18939" y="21375"/>
                    <a:pt x="18445" y="21375"/>
                  </a:cubicBezTo>
                  <a:cubicBezTo>
                    <a:pt x="17854" y="21375"/>
                    <a:pt x="17262" y="21375"/>
                    <a:pt x="15881" y="20905"/>
                  </a:cubicBezTo>
                  <a:cubicBezTo>
                    <a:pt x="14500" y="20553"/>
                    <a:pt x="13119" y="19262"/>
                    <a:pt x="12725" y="18910"/>
                  </a:cubicBezTo>
                  <a:cubicBezTo>
                    <a:pt x="12232" y="18440"/>
                    <a:pt x="11541" y="18088"/>
                    <a:pt x="10950" y="18088"/>
                  </a:cubicBezTo>
                  <a:cubicBezTo>
                    <a:pt x="10950" y="18088"/>
                    <a:pt x="9371" y="18088"/>
                    <a:pt x="8878" y="17971"/>
                  </a:cubicBezTo>
                  <a:cubicBezTo>
                    <a:pt x="3750" y="17149"/>
                    <a:pt x="-97" y="13158"/>
                    <a:pt x="2" y="8579"/>
                  </a:cubicBezTo>
                  <a:cubicBezTo>
                    <a:pt x="199" y="3649"/>
                    <a:pt x="5130" y="-225"/>
                    <a:pt x="10950" y="10"/>
                  </a:cubicBezTo>
                  <a:close/>
                </a:path>
              </a:pathLst>
            </a:custGeom>
            <a:grpFill/>
            <a:ln w="12700" cap="flat">
              <a:noFill/>
              <a:miter lim="400000"/>
            </a:ln>
            <a:effectLst/>
          </p:spPr>
          <p:txBody>
            <a:bodyPr wrap="square" lIns="91439" tIns="91439" rIns="91439" bIns="91439" numCol="1" anchor="t">
              <a:noAutofit/>
            </a:bodyPr>
            <a:lstStyle/>
            <a:p/>
          </p:txBody>
        </p:sp>
      </p:grpSp>
      <p:grpSp>
        <p:nvGrpSpPr>
          <p:cNvPr id="46" name="组合 45"/>
          <p:cNvGrpSpPr/>
          <p:nvPr/>
        </p:nvGrpSpPr>
        <p:grpSpPr>
          <a:xfrm>
            <a:off x="1822393" y="3195076"/>
            <a:ext cx="448337" cy="412889"/>
            <a:chOff x="17645910" y="3540761"/>
            <a:chExt cx="721776" cy="664709"/>
          </a:xfrm>
          <a:solidFill>
            <a:schemeClr val="bg1"/>
          </a:solidFill>
        </p:grpSpPr>
        <p:sp>
          <p:nvSpPr>
            <p:cNvPr id="47" name="Freeform 154"/>
            <p:cNvSpPr/>
            <p:nvPr/>
          </p:nvSpPr>
          <p:spPr>
            <a:xfrm>
              <a:off x="18090694" y="3540761"/>
              <a:ext cx="276992" cy="447448"/>
            </a:xfrm>
            <a:custGeom>
              <a:avLst/>
              <a:gdLst/>
              <a:ahLst/>
              <a:cxnLst>
                <a:cxn ang="0">
                  <a:pos x="wd2" y="hd2"/>
                </a:cxn>
                <a:cxn ang="5400000">
                  <a:pos x="wd2" y="hd2"/>
                </a:cxn>
                <a:cxn ang="10800000">
                  <a:pos x="wd2" y="hd2"/>
                </a:cxn>
                <a:cxn ang="16200000">
                  <a:pos x="wd2" y="hd2"/>
                </a:cxn>
              </a:cxnLst>
              <a:rect l="0" t="0" r="r" b="b"/>
              <a:pathLst>
                <a:path w="21600" h="21600" extrusionOk="0">
                  <a:moveTo>
                    <a:pt x="15070" y="11033"/>
                  </a:moveTo>
                  <a:cubicBezTo>
                    <a:pt x="13563" y="10256"/>
                    <a:pt x="12558" y="10101"/>
                    <a:pt x="12558" y="10101"/>
                  </a:cubicBezTo>
                  <a:cubicBezTo>
                    <a:pt x="11051" y="9635"/>
                    <a:pt x="11051" y="8858"/>
                    <a:pt x="12056" y="8391"/>
                  </a:cubicBezTo>
                  <a:cubicBezTo>
                    <a:pt x="12056" y="8391"/>
                    <a:pt x="12558" y="8081"/>
                    <a:pt x="13060" y="7148"/>
                  </a:cubicBezTo>
                  <a:cubicBezTo>
                    <a:pt x="13563" y="6527"/>
                    <a:pt x="13814" y="5905"/>
                    <a:pt x="13814" y="5128"/>
                  </a:cubicBezTo>
                  <a:cubicBezTo>
                    <a:pt x="13814" y="2331"/>
                    <a:pt x="10047" y="0"/>
                    <a:pt x="5526" y="0"/>
                  </a:cubicBezTo>
                  <a:cubicBezTo>
                    <a:pt x="3265" y="0"/>
                    <a:pt x="1507" y="466"/>
                    <a:pt x="0" y="1243"/>
                  </a:cubicBezTo>
                  <a:cubicBezTo>
                    <a:pt x="2512" y="2953"/>
                    <a:pt x="4019" y="5128"/>
                    <a:pt x="4019" y="7459"/>
                  </a:cubicBezTo>
                  <a:cubicBezTo>
                    <a:pt x="4019" y="8702"/>
                    <a:pt x="3767" y="9945"/>
                    <a:pt x="3014" y="11033"/>
                  </a:cubicBezTo>
                  <a:cubicBezTo>
                    <a:pt x="2260" y="12121"/>
                    <a:pt x="1507" y="12898"/>
                    <a:pt x="1005" y="13209"/>
                  </a:cubicBezTo>
                  <a:cubicBezTo>
                    <a:pt x="1758" y="13364"/>
                    <a:pt x="3265" y="13830"/>
                    <a:pt x="5023" y="14607"/>
                  </a:cubicBezTo>
                  <a:cubicBezTo>
                    <a:pt x="9042" y="16472"/>
                    <a:pt x="11805" y="18958"/>
                    <a:pt x="13563" y="21600"/>
                  </a:cubicBezTo>
                  <a:cubicBezTo>
                    <a:pt x="18335" y="21134"/>
                    <a:pt x="21600" y="20357"/>
                    <a:pt x="21600" y="18958"/>
                  </a:cubicBezTo>
                  <a:cubicBezTo>
                    <a:pt x="21600" y="15695"/>
                    <a:pt x="19088" y="12898"/>
                    <a:pt x="15070" y="11033"/>
                  </a:cubicBezTo>
                  <a:close/>
                </a:path>
              </a:pathLst>
            </a:custGeom>
            <a:grpFill/>
            <a:ln w="12700" cap="flat">
              <a:noFill/>
              <a:miter lim="400000"/>
            </a:ln>
            <a:effectLst/>
          </p:spPr>
          <p:txBody>
            <a:bodyPr wrap="square" lIns="91439" tIns="91439" rIns="91439" bIns="91439" numCol="1" anchor="t">
              <a:noAutofit/>
            </a:bodyPr>
            <a:lstStyle/>
            <a:p/>
          </p:txBody>
        </p:sp>
        <p:sp>
          <p:nvSpPr>
            <p:cNvPr id="48" name="Freeform 155"/>
            <p:cNvSpPr/>
            <p:nvPr/>
          </p:nvSpPr>
          <p:spPr>
            <a:xfrm>
              <a:off x="17645910" y="3540761"/>
              <a:ext cx="609916" cy="664709"/>
            </a:xfrm>
            <a:custGeom>
              <a:avLst/>
              <a:gdLst/>
              <a:ahLst/>
              <a:cxnLst>
                <a:cxn ang="0">
                  <a:pos x="wd2" y="hd2"/>
                </a:cxn>
                <a:cxn ang="5400000">
                  <a:pos x="wd2" y="hd2"/>
                </a:cxn>
                <a:cxn ang="10800000">
                  <a:pos x="wd2" y="hd2"/>
                </a:cxn>
                <a:cxn ang="16200000">
                  <a:pos x="wd2" y="hd2"/>
                </a:cxn>
              </a:cxnLst>
              <a:rect l="0" t="0" r="r" b="b"/>
              <a:pathLst>
                <a:path w="21600" h="20576" extrusionOk="0">
                  <a:moveTo>
                    <a:pt x="17234" y="10300"/>
                  </a:moveTo>
                  <a:cubicBezTo>
                    <a:pt x="16315" y="9700"/>
                    <a:pt x="15511" y="9400"/>
                    <a:pt x="15511" y="9400"/>
                  </a:cubicBezTo>
                  <a:cubicBezTo>
                    <a:pt x="14591" y="9100"/>
                    <a:pt x="14477" y="8400"/>
                    <a:pt x="15166" y="7800"/>
                  </a:cubicBezTo>
                  <a:cubicBezTo>
                    <a:pt x="15166" y="7800"/>
                    <a:pt x="15511" y="7500"/>
                    <a:pt x="15970" y="6700"/>
                  </a:cubicBezTo>
                  <a:cubicBezTo>
                    <a:pt x="16200" y="6100"/>
                    <a:pt x="16315" y="5500"/>
                    <a:pt x="16315" y="4800"/>
                  </a:cubicBezTo>
                  <a:cubicBezTo>
                    <a:pt x="16315" y="2200"/>
                    <a:pt x="13902" y="0"/>
                    <a:pt x="10800" y="0"/>
                  </a:cubicBezTo>
                  <a:cubicBezTo>
                    <a:pt x="7698" y="0"/>
                    <a:pt x="5285" y="2200"/>
                    <a:pt x="5285" y="4800"/>
                  </a:cubicBezTo>
                  <a:cubicBezTo>
                    <a:pt x="5285" y="5600"/>
                    <a:pt x="5400" y="6200"/>
                    <a:pt x="5745" y="6800"/>
                  </a:cubicBezTo>
                  <a:cubicBezTo>
                    <a:pt x="6204" y="7700"/>
                    <a:pt x="6434" y="7800"/>
                    <a:pt x="6434" y="7800"/>
                  </a:cubicBezTo>
                  <a:cubicBezTo>
                    <a:pt x="7123" y="8400"/>
                    <a:pt x="7009" y="9100"/>
                    <a:pt x="6089" y="9400"/>
                  </a:cubicBezTo>
                  <a:cubicBezTo>
                    <a:pt x="6089" y="9400"/>
                    <a:pt x="5285" y="9700"/>
                    <a:pt x="4251" y="10400"/>
                  </a:cubicBezTo>
                  <a:cubicBezTo>
                    <a:pt x="1609" y="12100"/>
                    <a:pt x="0" y="14800"/>
                    <a:pt x="0" y="17800"/>
                  </a:cubicBezTo>
                  <a:cubicBezTo>
                    <a:pt x="0" y="21400"/>
                    <a:pt x="21600" y="21600"/>
                    <a:pt x="21600" y="17800"/>
                  </a:cubicBezTo>
                  <a:cubicBezTo>
                    <a:pt x="21600" y="14800"/>
                    <a:pt x="19877" y="12000"/>
                    <a:pt x="17234" y="10300"/>
                  </a:cubicBezTo>
                  <a:close/>
                </a:path>
              </a:pathLst>
            </a:custGeom>
            <a:grpFill/>
            <a:ln w="12700" cap="flat">
              <a:noFill/>
              <a:miter lim="400000"/>
            </a:ln>
            <a:effectLst/>
          </p:spPr>
          <p:txBody>
            <a:bodyPr wrap="square" lIns="91439" tIns="91439" rIns="91439" bIns="91439" numCol="1" anchor="t">
              <a:noAutofit/>
            </a:bodyPr>
            <a:lstStyle/>
            <a:p/>
          </p:txBody>
        </p:sp>
      </p:grpSp>
      <p:grpSp>
        <p:nvGrpSpPr>
          <p:cNvPr id="49" name="组合 48"/>
          <p:cNvGrpSpPr/>
          <p:nvPr/>
        </p:nvGrpSpPr>
        <p:grpSpPr>
          <a:xfrm>
            <a:off x="7361726" y="3122136"/>
            <a:ext cx="534164" cy="511536"/>
            <a:chOff x="19604060" y="5452830"/>
            <a:chExt cx="859948" cy="823520"/>
          </a:xfrm>
          <a:solidFill>
            <a:schemeClr val="bg1"/>
          </a:solidFill>
        </p:grpSpPr>
        <p:sp>
          <p:nvSpPr>
            <p:cNvPr id="52" name="Freeform 196"/>
            <p:cNvSpPr/>
            <p:nvPr/>
          </p:nvSpPr>
          <p:spPr>
            <a:xfrm>
              <a:off x="19604060" y="5452830"/>
              <a:ext cx="859948" cy="823520"/>
            </a:xfrm>
            <a:custGeom>
              <a:avLst/>
              <a:gdLst/>
              <a:ahLst/>
              <a:cxnLst>
                <a:cxn ang="0">
                  <a:pos x="wd2" y="hd2"/>
                </a:cxn>
                <a:cxn ang="5400000">
                  <a:pos x="wd2" y="hd2"/>
                </a:cxn>
                <a:cxn ang="10800000">
                  <a:pos x="wd2" y="hd2"/>
                </a:cxn>
                <a:cxn ang="16200000">
                  <a:pos x="wd2" y="hd2"/>
                </a:cxn>
              </a:cxnLst>
              <a:rect l="0" t="0" r="r" b="b"/>
              <a:pathLst>
                <a:path w="21459" h="21406" extrusionOk="0">
                  <a:moveTo>
                    <a:pt x="21277" y="19436"/>
                  </a:moveTo>
                  <a:cubicBezTo>
                    <a:pt x="19988" y="18427"/>
                    <a:pt x="19988" y="18427"/>
                    <a:pt x="19988" y="18427"/>
                  </a:cubicBezTo>
                  <a:cubicBezTo>
                    <a:pt x="19746" y="18175"/>
                    <a:pt x="19504" y="18259"/>
                    <a:pt x="19504" y="18595"/>
                  </a:cubicBezTo>
                  <a:cubicBezTo>
                    <a:pt x="19504" y="18595"/>
                    <a:pt x="19504" y="18932"/>
                    <a:pt x="19423" y="19016"/>
                  </a:cubicBezTo>
                  <a:cubicBezTo>
                    <a:pt x="19423" y="19100"/>
                    <a:pt x="19101" y="19100"/>
                    <a:pt x="19101" y="19100"/>
                  </a:cubicBezTo>
                  <a:cubicBezTo>
                    <a:pt x="2176" y="19100"/>
                    <a:pt x="2176" y="19100"/>
                    <a:pt x="2176" y="19100"/>
                  </a:cubicBezTo>
                  <a:cubicBezTo>
                    <a:pt x="2176" y="2458"/>
                    <a:pt x="2176" y="2458"/>
                    <a:pt x="2176" y="2458"/>
                  </a:cubicBezTo>
                  <a:cubicBezTo>
                    <a:pt x="2176" y="2458"/>
                    <a:pt x="2176" y="2206"/>
                    <a:pt x="2256" y="2122"/>
                  </a:cubicBezTo>
                  <a:cubicBezTo>
                    <a:pt x="2337" y="2038"/>
                    <a:pt x="2659" y="2038"/>
                    <a:pt x="2659" y="2038"/>
                  </a:cubicBezTo>
                  <a:cubicBezTo>
                    <a:pt x="2982" y="2038"/>
                    <a:pt x="3062" y="1786"/>
                    <a:pt x="2901" y="1534"/>
                  </a:cubicBezTo>
                  <a:cubicBezTo>
                    <a:pt x="1853" y="189"/>
                    <a:pt x="1853" y="189"/>
                    <a:pt x="1853" y="189"/>
                  </a:cubicBezTo>
                  <a:cubicBezTo>
                    <a:pt x="1612" y="-63"/>
                    <a:pt x="1289" y="-63"/>
                    <a:pt x="1128" y="189"/>
                  </a:cubicBezTo>
                  <a:cubicBezTo>
                    <a:pt x="80" y="1534"/>
                    <a:pt x="80" y="1534"/>
                    <a:pt x="80" y="1534"/>
                  </a:cubicBezTo>
                  <a:cubicBezTo>
                    <a:pt x="-81" y="1786"/>
                    <a:pt x="0" y="2038"/>
                    <a:pt x="322" y="2038"/>
                  </a:cubicBezTo>
                  <a:cubicBezTo>
                    <a:pt x="322" y="2038"/>
                    <a:pt x="644" y="2038"/>
                    <a:pt x="725" y="2122"/>
                  </a:cubicBezTo>
                  <a:cubicBezTo>
                    <a:pt x="806" y="2206"/>
                    <a:pt x="806" y="2458"/>
                    <a:pt x="806" y="2458"/>
                  </a:cubicBezTo>
                  <a:cubicBezTo>
                    <a:pt x="806" y="19856"/>
                    <a:pt x="806" y="19856"/>
                    <a:pt x="806" y="19856"/>
                  </a:cubicBezTo>
                  <a:cubicBezTo>
                    <a:pt x="806" y="20276"/>
                    <a:pt x="1047" y="20612"/>
                    <a:pt x="1450" y="20612"/>
                  </a:cubicBezTo>
                  <a:cubicBezTo>
                    <a:pt x="19101" y="20612"/>
                    <a:pt x="19101" y="20612"/>
                    <a:pt x="19101" y="20612"/>
                  </a:cubicBezTo>
                  <a:cubicBezTo>
                    <a:pt x="19101" y="20612"/>
                    <a:pt x="19343" y="20612"/>
                    <a:pt x="19423" y="20697"/>
                  </a:cubicBezTo>
                  <a:cubicBezTo>
                    <a:pt x="19585" y="20781"/>
                    <a:pt x="19504" y="21033"/>
                    <a:pt x="19504" y="21033"/>
                  </a:cubicBezTo>
                  <a:cubicBezTo>
                    <a:pt x="19504" y="21369"/>
                    <a:pt x="19746" y="21537"/>
                    <a:pt x="19988" y="21285"/>
                  </a:cubicBezTo>
                  <a:cubicBezTo>
                    <a:pt x="21277" y="20192"/>
                    <a:pt x="21277" y="20192"/>
                    <a:pt x="21277" y="20192"/>
                  </a:cubicBezTo>
                  <a:cubicBezTo>
                    <a:pt x="21519" y="20024"/>
                    <a:pt x="21519" y="19688"/>
                    <a:pt x="21277" y="19436"/>
                  </a:cubicBezTo>
                  <a:close/>
                </a:path>
              </a:pathLst>
            </a:custGeom>
            <a:grpFill/>
            <a:ln w="12700" cap="flat">
              <a:noFill/>
              <a:miter lim="400000"/>
            </a:ln>
            <a:effectLst/>
          </p:spPr>
          <p:txBody>
            <a:bodyPr wrap="square" lIns="91439" tIns="91439" rIns="91439" bIns="91439" numCol="1" anchor="t">
              <a:noAutofit/>
            </a:bodyPr>
            <a:lstStyle/>
            <a:p/>
          </p:txBody>
        </p:sp>
        <p:sp>
          <p:nvSpPr>
            <p:cNvPr id="53" name="Freeform 197"/>
            <p:cNvSpPr/>
            <p:nvPr/>
          </p:nvSpPr>
          <p:spPr>
            <a:xfrm>
              <a:off x="19757969" y="5828604"/>
              <a:ext cx="157141" cy="324934"/>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cubicBezTo>
                    <a:pt x="16200" y="21600"/>
                    <a:pt x="16200" y="21600"/>
                    <a:pt x="16200" y="21600"/>
                  </a:cubicBezTo>
                  <a:cubicBezTo>
                    <a:pt x="19350" y="21600"/>
                    <a:pt x="21600" y="20304"/>
                    <a:pt x="21600" y="19008"/>
                  </a:cubicBezTo>
                  <a:cubicBezTo>
                    <a:pt x="21600" y="2592"/>
                    <a:pt x="21600" y="2592"/>
                    <a:pt x="21600" y="2592"/>
                  </a:cubicBezTo>
                  <a:cubicBezTo>
                    <a:pt x="21600" y="1080"/>
                    <a:pt x="19350" y="0"/>
                    <a:pt x="16200" y="0"/>
                  </a:cubicBezTo>
                  <a:cubicBezTo>
                    <a:pt x="5400" y="0"/>
                    <a:pt x="5400" y="0"/>
                    <a:pt x="5400" y="0"/>
                  </a:cubicBezTo>
                  <a:cubicBezTo>
                    <a:pt x="2250" y="0"/>
                    <a:pt x="0" y="1080"/>
                    <a:pt x="0" y="2592"/>
                  </a:cubicBezTo>
                  <a:cubicBezTo>
                    <a:pt x="0" y="19008"/>
                    <a:pt x="0" y="19008"/>
                    <a:pt x="0" y="19008"/>
                  </a:cubicBezTo>
                  <a:cubicBezTo>
                    <a:pt x="0" y="20304"/>
                    <a:pt x="2250" y="21600"/>
                    <a:pt x="5400" y="21600"/>
                  </a:cubicBezTo>
                  <a:close/>
                </a:path>
              </a:pathLst>
            </a:custGeom>
            <a:grpFill/>
            <a:ln w="12700" cap="flat">
              <a:noFill/>
              <a:miter lim="400000"/>
            </a:ln>
            <a:effectLst/>
          </p:spPr>
          <p:txBody>
            <a:bodyPr wrap="square" lIns="91439" tIns="91439" rIns="91439" bIns="91439" numCol="1" anchor="t">
              <a:noAutofit/>
            </a:bodyPr>
            <a:lstStyle/>
            <a:p/>
          </p:txBody>
        </p:sp>
        <p:sp>
          <p:nvSpPr>
            <p:cNvPr id="57" name="Freeform 198"/>
            <p:cNvSpPr/>
            <p:nvPr/>
          </p:nvSpPr>
          <p:spPr>
            <a:xfrm>
              <a:off x="20208080" y="5570256"/>
              <a:ext cx="157141" cy="58328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cubicBezTo>
                    <a:pt x="16200" y="21600"/>
                    <a:pt x="16200" y="21600"/>
                    <a:pt x="16200" y="21600"/>
                  </a:cubicBezTo>
                  <a:cubicBezTo>
                    <a:pt x="19350" y="21600"/>
                    <a:pt x="21600" y="20880"/>
                    <a:pt x="21600" y="20160"/>
                  </a:cubicBezTo>
                  <a:cubicBezTo>
                    <a:pt x="21600" y="1440"/>
                    <a:pt x="21600" y="1440"/>
                    <a:pt x="21600" y="1440"/>
                  </a:cubicBezTo>
                  <a:cubicBezTo>
                    <a:pt x="21600" y="600"/>
                    <a:pt x="19350" y="0"/>
                    <a:pt x="16200" y="0"/>
                  </a:cubicBezTo>
                  <a:cubicBezTo>
                    <a:pt x="5400" y="0"/>
                    <a:pt x="5400" y="0"/>
                    <a:pt x="5400" y="0"/>
                  </a:cubicBezTo>
                  <a:cubicBezTo>
                    <a:pt x="2250" y="0"/>
                    <a:pt x="0" y="600"/>
                    <a:pt x="0" y="1440"/>
                  </a:cubicBezTo>
                  <a:cubicBezTo>
                    <a:pt x="0" y="20160"/>
                    <a:pt x="0" y="20160"/>
                    <a:pt x="0" y="20160"/>
                  </a:cubicBezTo>
                  <a:cubicBezTo>
                    <a:pt x="0" y="20880"/>
                    <a:pt x="2250" y="21600"/>
                    <a:pt x="5400" y="21600"/>
                  </a:cubicBezTo>
                  <a:close/>
                </a:path>
              </a:pathLst>
            </a:custGeom>
            <a:grpFill/>
            <a:ln w="12700" cap="flat">
              <a:noFill/>
              <a:miter lim="400000"/>
            </a:ln>
            <a:effectLst/>
          </p:spPr>
          <p:txBody>
            <a:bodyPr wrap="square" lIns="91439" tIns="91439" rIns="91439" bIns="91439" numCol="1" anchor="t">
              <a:noAutofit/>
            </a:bodyPr>
            <a:lstStyle/>
            <a:p/>
          </p:txBody>
        </p:sp>
        <p:sp>
          <p:nvSpPr>
            <p:cNvPr id="59" name="Freeform 199"/>
            <p:cNvSpPr/>
            <p:nvPr/>
          </p:nvSpPr>
          <p:spPr>
            <a:xfrm>
              <a:off x="19981692" y="5700762"/>
              <a:ext cx="157141" cy="452776"/>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cubicBezTo>
                    <a:pt x="16200" y="21600"/>
                    <a:pt x="16200" y="21600"/>
                    <a:pt x="16200" y="21600"/>
                  </a:cubicBezTo>
                  <a:cubicBezTo>
                    <a:pt x="19350" y="21600"/>
                    <a:pt x="21600" y="20674"/>
                    <a:pt x="21600" y="19749"/>
                  </a:cubicBezTo>
                  <a:cubicBezTo>
                    <a:pt x="21600" y="1851"/>
                    <a:pt x="21600" y="1851"/>
                    <a:pt x="21600" y="1851"/>
                  </a:cubicBezTo>
                  <a:cubicBezTo>
                    <a:pt x="21600" y="771"/>
                    <a:pt x="19350" y="0"/>
                    <a:pt x="16200" y="0"/>
                  </a:cubicBezTo>
                  <a:cubicBezTo>
                    <a:pt x="5400" y="0"/>
                    <a:pt x="5400" y="0"/>
                    <a:pt x="5400" y="0"/>
                  </a:cubicBezTo>
                  <a:cubicBezTo>
                    <a:pt x="2700" y="0"/>
                    <a:pt x="0" y="771"/>
                    <a:pt x="0" y="1851"/>
                  </a:cubicBezTo>
                  <a:cubicBezTo>
                    <a:pt x="0" y="19749"/>
                    <a:pt x="0" y="19749"/>
                    <a:pt x="0" y="19749"/>
                  </a:cubicBezTo>
                  <a:cubicBezTo>
                    <a:pt x="0" y="20674"/>
                    <a:pt x="2700" y="21600"/>
                    <a:pt x="5400" y="21600"/>
                  </a:cubicBezTo>
                  <a:close/>
                </a:path>
              </a:pathLst>
            </a:custGeom>
            <a:grpFill/>
            <a:ln w="12700" cap="flat">
              <a:noFill/>
              <a:miter lim="400000"/>
            </a:ln>
            <a:effectLst/>
          </p:spPr>
          <p:txBody>
            <a:bodyPr wrap="square" lIns="91439" tIns="91439" rIns="91439" bIns="91439" numCol="1" anchor="t">
              <a:noAutofit/>
            </a:bodyPr>
            <a:lstStyle/>
            <a:p/>
          </p:txBody>
        </p:sp>
      </p:grpSp>
      <p:grpSp>
        <p:nvGrpSpPr>
          <p:cNvPr id="61" name="组合 60"/>
          <p:cNvGrpSpPr/>
          <p:nvPr/>
        </p:nvGrpSpPr>
        <p:grpSpPr>
          <a:xfrm>
            <a:off x="4603597" y="3167830"/>
            <a:ext cx="440066" cy="478116"/>
            <a:chOff x="20666181" y="3487493"/>
            <a:chExt cx="708462" cy="769718"/>
          </a:xfrm>
          <a:solidFill>
            <a:schemeClr val="bg1"/>
          </a:solidFill>
        </p:grpSpPr>
        <p:sp>
          <p:nvSpPr>
            <p:cNvPr id="63" name="Freeform 207"/>
            <p:cNvSpPr/>
            <p:nvPr/>
          </p:nvSpPr>
          <p:spPr>
            <a:xfrm>
              <a:off x="20732767" y="3487493"/>
              <a:ext cx="641876" cy="769718"/>
            </a:xfrm>
            <a:custGeom>
              <a:avLst/>
              <a:gdLst/>
              <a:ahLst/>
              <a:cxnLst>
                <a:cxn ang="0">
                  <a:pos x="wd2" y="hd2"/>
                </a:cxn>
                <a:cxn ang="5400000">
                  <a:pos x="wd2" y="hd2"/>
                </a:cxn>
                <a:cxn ang="10800000">
                  <a:pos x="wd2" y="hd2"/>
                </a:cxn>
                <a:cxn ang="16200000">
                  <a:pos x="wd2" y="hd2"/>
                </a:cxn>
              </a:cxnLst>
              <a:rect l="0" t="0" r="r" b="b"/>
              <a:pathLst>
                <a:path w="21600" h="21600" extrusionOk="0">
                  <a:moveTo>
                    <a:pt x="19527" y="0"/>
                  </a:moveTo>
                  <a:cubicBezTo>
                    <a:pt x="2073" y="0"/>
                    <a:pt x="2073" y="0"/>
                    <a:pt x="2073" y="0"/>
                  </a:cubicBezTo>
                  <a:cubicBezTo>
                    <a:pt x="982" y="0"/>
                    <a:pt x="0" y="817"/>
                    <a:pt x="0" y="1724"/>
                  </a:cubicBezTo>
                  <a:cubicBezTo>
                    <a:pt x="0" y="2178"/>
                    <a:pt x="0" y="2178"/>
                    <a:pt x="0" y="2178"/>
                  </a:cubicBezTo>
                  <a:cubicBezTo>
                    <a:pt x="2727" y="2178"/>
                    <a:pt x="2727" y="2178"/>
                    <a:pt x="2727" y="2178"/>
                  </a:cubicBezTo>
                  <a:cubicBezTo>
                    <a:pt x="3927" y="2178"/>
                    <a:pt x="4909" y="2995"/>
                    <a:pt x="4909" y="3993"/>
                  </a:cubicBezTo>
                  <a:cubicBezTo>
                    <a:pt x="4909" y="5082"/>
                    <a:pt x="3927" y="5899"/>
                    <a:pt x="2727" y="5899"/>
                  </a:cubicBezTo>
                  <a:cubicBezTo>
                    <a:pt x="0" y="5899"/>
                    <a:pt x="0" y="5899"/>
                    <a:pt x="0" y="5899"/>
                  </a:cubicBezTo>
                  <a:cubicBezTo>
                    <a:pt x="0" y="8894"/>
                    <a:pt x="0" y="8894"/>
                    <a:pt x="0" y="8894"/>
                  </a:cubicBezTo>
                  <a:cubicBezTo>
                    <a:pt x="2727" y="8894"/>
                    <a:pt x="2727" y="8894"/>
                    <a:pt x="2727" y="8894"/>
                  </a:cubicBezTo>
                  <a:cubicBezTo>
                    <a:pt x="3927" y="8894"/>
                    <a:pt x="4909" y="9802"/>
                    <a:pt x="4909" y="10800"/>
                  </a:cubicBezTo>
                  <a:cubicBezTo>
                    <a:pt x="4909" y="11798"/>
                    <a:pt x="3927" y="12706"/>
                    <a:pt x="2727" y="12706"/>
                  </a:cubicBezTo>
                  <a:cubicBezTo>
                    <a:pt x="0" y="12706"/>
                    <a:pt x="0" y="12706"/>
                    <a:pt x="0" y="12706"/>
                  </a:cubicBezTo>
                  <a:cubicBezTo>
                    <a:pt x="0" y="15701"/>
                    <a:pt x="0" y="15701"/>
                    <a:pt x="0" y="15701"/>
                  </a:cubicBezTo>
                  <a:cubicBezTo>
                    <a:pt x="2727" y="15701"/>
                    <a:pt x="2727" y="15701"/>
                    <a:pt x="2727" y="15701"/>
                  </a:cubicBezTo>
                  <a:cubicBezTo>
                    <a:pt x="3927" y="15701"/>
                    <a:pt x="4909" y="16608"/>
                    <a:pt x="4909" y="17607"/>
                  </a:cubicBezTo>
                  <a:cubicBezTo>
                    <a:pt x="4909" y="18605"/>
                    <a:pt x="3927" y="19513"/>
                    <a:pt x="2727" y="19513"/>
                  </a:cubicBezTo>
                  <a:cubicBezTo>
                    <a:pt x="0" y="19513"/>
                    <a:pt x="0" y="19513"/>
                    <a:pt x="0" y="19513"/>
                  </a:cubicBezTo>
                  <a:cubicBezTo>
                    <a:pt x="0" y="19876"/>
                    <a:pt x="0" y="19876"/>
                    <a:pt x="0" y="19876"/>
                  </a:cubicBezTo>
                  <a:cubicBezTo>
                    <a:pt x="0" y="20783"/>
                    <a:pt x="982" y="21600"/>
                    <a:pt x="2073" y="21600"/>
                  </a:cubicBezTo>
                  <a:cubicBezTo>
                    <a:pt x="19527" y="21600"/>
                    <a:pt x="19527" y="21600"/>
                    <a:pt x="19527" y="21600"/>
                  </a:cubicBezTo>
                  <a:cubicBezTo>
                    <a:pt x="20618" y="21600"/>
                    <a:pt x="21600" y="20783"/>
                    <a:pt x="21600" y="19876"/>
                  </a:cubicBezTo>
                  <a:cubicBezTo>
                    <a:pt x="21600" y="1724"/>
                    <a:pt x="21600" y="1724"/>
                    <a:pt x="21600" y="1724"/>
                  </a:cubicBezTo>
                  <a:cubicBezTo>
                    <a:pt x="21600" y="817"/>
                    <a:pt x="20618" y="0"/>
                    <a:pt x="19527" y="0"/>
                  </a:cubicBezTo>
                  <a:close/>
                  <a:moveTo>
                    <a:pt x="5236" y="15429"/>
                  </a:moveTo>
                  <a:cubicBezTo>
                    <a:pt x="5236" y="13613"/>
                    <a:pt x="6327" y="11889"/>
                    <a:pt x="7964" y="10891"/>
                  </a:cubicBezTo>
                  <a:cubicBezTo>
                    <a:pt x="8618" y="10437"/>
                    <a:pt x="9164" y="10255"/>
                    <a:pt x="9164" y="10255"/>
                  </a:cubicBezTo>
                  <a:cubicBezTo>
                    <a:pt x="9709" y="10074"/>
                    <a:pt x="9818" y="9620"/>
                    <a:pt x="9382" y="9257"/>
                  </a:cubicBezTo>
                  <a:cubicBezTo>
                    <a:pt x="9382" y="9257"/>
                    <a:pt x="9164" y="9166"/>
                    <a:pt x="8945" y="8713"/>
                  </a:cubicBezTo>
                  <a:cubicBezTo>
                    <a:pt x="8727" y="8259"/>
                    <a:pt x="8618" y="7896"/>
                    <a:pt x="8618" y="7442"/>
                  </a:cubicBezTo>
                  <a:cubicBezTo>
                    <a:pt x="8618" y="5808"/>
                    <a:pt x="10255" y="4447"/>
                    <a:pt x="12218" y="4447"/>
                  </a:cubicBezTo>
                  <a:cubicBezTo>
                    <a:pt x="14182" y="4447"/>
                    <a:pt x="15818" y="5808"/>
                    <a:pt x="15818" y="7442"/>
                  </a:cubicBezTo>
                  <a:cubicBezTo>
                    <a:pt x="15818" y="7805"/>
                    <a:pt x="15709" y="8168"/>
                    <a:pt x="15491" y="8531"/>
                  </a:cubicBezTo>
                  <a:cubicBezTo>
                    <a:pt x="15273" y="9076"/>
                    <a:pt x="15055" y="9257"/>
                    <a:pt x="15055" y="9257"/>
                  </a:cubicBezTo>
                  <a:cubicBezTo>
                    <a:pt x="14618" y="9620"/>
                    <a:pt x="14727" y="10074"/>
                    <a:pt x="15273" y="10255"/>
                  </a:cubicBezTo>
                  <a:cubicBezTo>
                    <a:pt x="15273" y="10255"/>
                    <a:pt x="15709" y="10437"/>
                    <a:pt x="16364" y="10800"/>
                  </a:cubicBezTo>
                  <a:cubicBezTo>
                    <a:pt x="18109" y="11889"/>
                    <a:pt x="19200" y="13523"/>
                    <a:pt x="19200" y="15429"/>
                  </a:cubicBezTo>
                  <a:cubicBezTo>
                    <a:pt x="19200" y="17788"/>
                    <a:pt x="5236" y="17697"/>
                    <a:pt x="5236" y="15429"/>
                  </a:cubicBezTo>
                  <a:close/>
                </a:path>
              </a:pathLst>
            </a:custGeom>
            <a:grpFill/>
            <a:ln w="12700" cap="flat">
              <a:noFill/>
              <a:miter lim="400000"/>
            </a:ln>
            <a:effectLst/>
          </p:spPr>
          <p:txBody>
            <a:bodyPr wrap="square" lIns="91439" tIns="91439" rIns="91439" bIns="91439" numCol="1" anchor="t">
              <a:noAutofit/>
            </a:bodyPr>
            <a:lstStyle/>
            <a:p/>
          </p:txBody>
        </p:sp>
        <p:sp>
          <p:nvSpPr>
            <p:cNvPr id="69" name="Freeform 208"/>
            <p:cNvSpPr/>
            <p:nvPr/>
          </p:nvSpPr>
          <p:spPr>
            <a:xfrm>
              <a:off x="20666181" y="3588701"/>
              <a:ext cx="189102" cy="85229"/>
            </a:xfrm>
            <a:custGeom>
              <a:avLst/>
              <a:gdLst/>
              <a:ahLst/>
              <a:cxnLst>
                <a:cxn ang="0">
                  <a:pos x="wd2" y="hd2"/>
                </a:cxn>
                <a:cxn ang="5400000">
                  <a:pos x="wd2" y="hd2"/>
                </a:cxn>
                <a:cxn ang="10800000">
                  <a:pos x="wd2" y="hd2"/>
                </a:cxn>
                <a:cxn ang="16200000">
                  <a:pos x="wd2" y="hd2"/>
                </a:cxn>
              </a:cxnLst>
              <a:rect l="0" t="0" r="r" b="b"/>
              <a:pathLst>
                <a:path w="21600" h="21600" extrusionOk="0">
                  <a:moveTo>
                    <a:pt x="4759" y="21600"/>
                  </a:moveTo>
                  <a:cubicBezTo>
                    <a:pt x="16841" y="21600"/>
                    <a:pt x="16841" y="21600"/>
                    <a:pt x="16841" y="21600"/>
                  </a:cubicBezTo>
                  <a:cubicBezTo>
                    <a:pt x="19403" y="21600"/>
                    <a:pt x="21600" y="16615"/>
                    <a:pt x="21600" y="10800"/>
                  </a:cubicBezTo>
                  <a:cubicBezTo>
                    <a:pt x="21600" y="4985"/>
                    <a:pt x="19403" y="0"/>
                    <a:pt x="16841" y="0"/>
                  </a:cubicBezTo>
                  <a:cubicBezTo>
                    <a:pt x="4759" y="0"/>
                    <a:pt x="4759" y="0"/>
                    <a:pt x="4759" y="0"/>
                  </a:cubicBezTo>
                  <a:cubicBezTo>
                    <a:pt x="1831" y="0"/>
                    <a:pt x="0" y="4985"/>
                    <a:pt x="0" y="10800"/>
                  </a:cubicBezTo>
                  <a:cubicBezTo>
                    <a:pt x="0" y="16615"/>
                    <a:pt x="1831" y="21600"/>
                    <a:pt x="4759" y="21600"/>
                  </a:cubicBezTo>
                  <a:close/>
                </a:path>
              </a:pathLst>
            </a:custGeom>
            <a:grpFill/>
            <a:ln w="12700" cap="flat">
              <a:noFill/>
              <a:miter lim="400000"/>
            </a:ln>
            <a:effectLst/>
          </p:spPr>
          <p:txBody>
            <a:bodyPr wrap="square" lIns="91439" tIns="91439" rIns="91439" bIns="91439" numCol="1" anchor="t">
              <a:noAutofit/>
            </a:bodyPr>
            <a:lstStyle/>
            <a:p/>
          </p:txBody>
        </p:sp>
        <p:sp>
          <p:nvSpPr>
            <p:cNvPr id="71" name="Freeform 209"/>
            <p:cNvSpPr/>
            <p:nvPr/>
          </p:nvSpPr>
          <p:spPr>
            <a:xfrm>
              <a:off x="20666181" y="3831070"/>
              <a:ext cx="189102" cy="85229"/>
            </a:xfrm>
            <a:custGeom>
              <a:avLst/>
              <a:gdLst/>
              <a:ahLst/>
              <a:cxnLst>
                <a:cxn ang="0">
                  <a:pos x="wd2" y="hd2"/>
                </a:cxn>
                <a:cxn ang="5400000">
                  <a:pos x="wd2" y="hd2"/>
                </a:cxn>
                <a:cxn ang="10800000">
                  <a:pos x="wd2" y="hd2"/>
                </a:cxn>
                <a:cxn ang="16200000">
                  <a:pos x="wd2" y="hd2"/>
                </a:cxn>
              </a:cxnLst>
              <a:rect l="0" t="0" r="r" b="b"/>
              <a:pathLst>
                <a:path w="21600" h="21600" extrusionOk="0">
                  <a:moveTo>
                    <a:pt x="4759" y="21600"/>
                  </a:moveTo>
                  <a:cubicBezTo>
                    <a:pt x="16841" y="21600"/>
                    <a:pt x="16841" y="21600"/>
                    <a:pt x="16841" y="21600"/>
                  </a:cubicBezTo>
                  <a:cubicBezTo>
                    <a:pt x="19403" y="21600"/>
                    <a:pt x="21600" y="16615"/>
                    <a:pt x="21600" y="10800"/>
                  </a:cubicBezTo>
                  <a:cubicBezTo>
                    <a:pt x="21600" y="4985"/>
                    <a:pt x="19403" y="0"/>
                    <a:pt x="16841" y="0"/>
                  </a:cubicBezTo>
                  <a:cubicBezTo>
                    <a:pt x="4759" y="0"/>
                    <a:pt x="4759" y="0"/>
                    <a:pt x="4759" y="0"/>
                  </a:cubicBezTo>
                  <a:cubicBezTo>
                    <a:pt x="1831" y="0"/>
                    <a:pt x="0" y="4985"/>
                    <a:pt x="0" y="10800"/>
                  </a:cubicBezTo>
                  <a:cubicBezTo>
                    <a:pt x="0" y="16615"/>
                    <a:pt x="1831" y="21600"/>
                    <a:pt x="4759" y="21600"/>
                  </a:cubicBezTo>
                  <a:close/>
                </a:path>
              </a:pathLst>
            </a:custGeom>
            <a:grpFill/>
            <a:ln w="12700" cap="flat">
              <a:noFill/>
              <a:miter lim="400000"/>
            </a:ln>
            <a:effectLst/>
          </p:spPr>
          <p:txBody>
            <a:bodyPr wrap="square" lIns="91439" tIns="91439" rIns="91439" bIns="91439" numCol="1" anchor="t">
              <a:noAutofit/>
            </a:bodyPr>
            <a:lstStyle/>
            <a:p/>
          </p:txBody>
        </p:sp>
        <p:sp>
          <p:nvSpPr>
            <p:cNvPr id="77" name="Freeform 210"/>
            <p:cNvSpPr/>
            <p:nvPr/>
          </p:nvSpPr>
          <p:spPr>
            <a:xfrm>
              <a:off x="20666181" y="4073436"/>
              <a:ext cx="189102" cy="8522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4985"/>
                    <a:pt x="19403" y="0"/>
                    <a:pt x="16841" y="0"/>
                  </a:cubicBezTo>
                  <a:cubicBezTo>
                    <a:pt x="4759" y="0"/>
                    <a:pt x="4759" y="0"/>
                    <a:pt x="4759" y="0"/>
                  </a:cubicBezTo>
                  <a:cubicBezTo>
                    <a:pt x="1831" y="0"/>
                    <a:pt x="0" y="4985"/>
                    <a:pt x="0" y="10800"/>
                  </a:cubicBezTo>
                  <a:cubicBezTo>
                    <a:pt x="0" y="16615"/>
                    <a:pt x="1831" y="21600"/>
                    <a:pt x="4759" y="21600"/>
                  </a:cubicBezTo>
                  <a:cubicBezTo>
                    <a:pt x="16841" y="21600"/>
                    <a:pt x="16841" y="21600"/>
                    <a:pt x="16841" y="21600"/>
                  </a:cubicBezTo>
                  <a:cubicBezTo>
                    <a:pt x="19403" y="21600"/>
                    <a:pt x="21600" y="16615"/>
                    <a:pt x="21600" y="10800"/>
                  </a:cubicBezTo>
                  <a:close/>
                </a:path>
              </a:pathLst>
            </a:custGeom>
            <a:grpFill/>
            <a:ln w="12700" cap="flat">
              <a:noFill/>
              <a:miter lim="400000"/>
            </a:ln>
            <a:effectLst/>
          </p:spPr>
          <p:txBody>
            <a:bodyPr wrap="square" lIns="91439" tIns="91439" rIns="91439" bIns="91439" numCol="1" anchor="t">
              <a:noAutofit/>
            </a:bodyPr>
            <a:lstStyle/>
            <a:p/>
          </p:txBody>
        </p:sp>
      </p:grpSp>
      <p:sp>
        <p:nvSpPr>
          <p:cNvPr id="78" name="文本框 77"/>
          <p:cNvSpPr txBox="1"/>
          <p:nvPr/>
        </p:nvSpPr>
        <p:spPr>
          <a:xfrm>
            <a:off x="1589560"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84</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79" name="文本框 78"/>
          <p:cNvSpPr txBox="1"/>
          <p:nvPr/>
        </p:nvSpPr>
        <p:spPr>
          <a:xfrm>
            <a:off x="4335196"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56</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80" name="文本框 79"/>
          <p:cNvSpPr txBox="1"/>
          <p:nvPr/>
        </p:nvSpPr>
        <p:spPr>
          <a:xfrm>
            <a:off x="7119694"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76</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81" name="文本框 80"/>
          <p:cNvSpPr txBox="1"/>
          <p:nvPr/>
        </p:nvSpPr>
        <p:spPr>
          <a:xfrm>
            <a:off x="9924873" y="1829015"/>
            <a:ext cx="1018228" cy="769441"/>
          </a:xfrm>
          <a:prstGeom prst="rect">
            <a:avLst/>
          </a:prstGeom>
          <a:noFill/>
        </p:spPr>
        <p:txBody>
          <a:bodyPr wrap="none" rtlCol="0">
            <a:spAutoFit/>
          </a:bodyPr>
          <a:lstStyle/>
          <a:p>
            <a:pPr algn="ctr"/>
            <a:r>
              <a:rPr lang="en-US" altLang="zh-CN"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97</a:t>
            </a:r>
            <a:r>
              <a:rPr lang="en-US" altLang="zh-CN">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a:t>
            </a:r>
            <a:endParaRPr lang="zh-CN" altLang="en-US" sz="44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endParaRPr>
          </a:p>
        </p:txBody>
      </p:sp>
      <p:sp>
        <p:nvSpPr>
          <p:cNvPr id="82" name="矩形 81"/>
          <p:cNvSpPr/>
          <p:nvPr/>
        </p:nvSpPr>
        <p:spPr>
          <a:xfrm>
            <a:off x="867905"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4" name="矩形 83"/>
          <p:cNvSpPr/>
          <p:nvPr/>
        </p:nvSpPr>
        <p:spPr>
          <a:xfrm>
            <a:off x="9328018"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5" name="矩形 84"/>
          <p:cNvSpPr/>
          <p:nvPr/>
        </p:nvSpPr>
        <p:spPr>
          <a:xfrm>
            <a:off x="6507981"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
        <p:nvSpPr>
          <p:cNvPr id="86" name="矩形 85"/>
          <p:cNvSpPr/>
          <p:nvPr/>
        </p:nvSpPr>
        <p:spPr>
          <a:xfrm>
            <a:off x="3687943" y="4348825"/>
            <a:ext cx="2336028" cy="1170513"/>
          </a:xfrm>
          <a:prstGeom prst="rect">
            <a:avLst/>
          </a:prstGeom>
        </p:spPr>
        <p:txBody>
          <a:bodyPr wrap="square">
            <a:spAutoFit/>
          </a:bodyPr>
          <a:lstStyle/>
          <a:p>
            <a:pPr algn="ctr">
              <a:lnSpc>
                <a:spcPct val="150000"/>
              </a:lnSpc>
            </a:pPr>
            <a:r>
              <a:rPr lang="en-US" altLang="zh-CN" sz="1200">
                <a:solidFill>
                  <a:schemeClr val="tx1">
                    <a:lumMod val="65000"/>
                    <a:lumOff val="35000"/>
                  </a:schemeClr>
                </a:solidFill>
                <a:latin typeface="Arial" panose="020B0604020202020204" pitchFamily="34" charset="0"/>
              </a:rPr>
              <a:t>If you express your views properly, you can often get twice the result with half the effort.</a:t>
            </a:r>
            <a:endParaRPr lang="zh-CN" altLang="en-US" sz="1200" dirty="0">
              <a:solidFill>
                <a:schemeClr val="tx1">
                  <a:lumMod val="65000"/>
                  <a:lumOff val="35000"/>
                </a:schemeClr>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61" name="文本框 60"/>
          <p:cNvSpPr txBox="1"/>
          <p:nvPr/>
        </p:nvSpPr>
        <p:spPr>
          <a:xfrm>
            <a:off x="2674536" y="1921899"/>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Part 05</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62" name="矩形 61"/>
          <p:cNvSpPr/>
          <p:nvPr/>
        </p:nvSpPr>
        <p:spPr>
          <a:xfrm>
            <a:off x="2747025" y="3041872"/>
            <a:ext cx="6686447" cy="923330"/>
          </a:xfrm>
          <a:prstGeom prst="rect">
            <a:avLst/>
          </a:prstGeom>
        </p:spPr>
        <p:txBody>
          <a:bodyPr wrap="none">
            <a:spAutoFit/>
          </a:bodyPr>
          <a:lstStyle/>
          <a:p>
            <a:pPr algn="ctr"/>
            <a:r>
              <a:rPr lang="en-US" altLang="zh-CN" sz="5400">
                <a:solidFill>
                  <a:schemeClr val="tx1">
                    <a:lumMod val="50000"/>
                    <a:lumOff val="50000"/>
                  </a:schemeClr>
                </a:solidFill>
                <a:latin typeface="Arial" panose="020B0604020202020204" pitchFamily="34" charset="0"/>
                <a:cs typeface="Arial" panose="020B0604020202020204" pitchFamily="34" charset="0"/>
                <a:sym typeface="+mn-ea"/>
              </a:rPr>
              <a:t>Click here to add text</a:t>
            </a:r>
            <a:endParaRPr lang="zh-CN" altLang="en-US" sz="5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3" name="文本框 62"/>
          <p:cNvSpPr txBox="1"/>
          <p:nvPr>
            <p:custDataLst>
              <p:tags r:id="rId1"/>
            </p:custDataLst>
          </p:nvPr>
        </p:nvSpPr>
        <p:spPr>
          <a:xfrm>
            <a:off x="2550065" y="4069512"/>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64" name="组合 63"/>
          <p:cNvGrpSpPr/>
          <p:nvPr/>
        </p:nvGrpSpPr>
        <p:grpSpPr>
          <a:xfrm rot="14992916">
            <a:off x="-712412" y="4755954"/>
            <a:ext cx="2613255" cy="2504840"/>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4539730" y="1275511"/>
            <a:ext cx="2969260" cy="4514215"/>
            <a:chOff x="10539" y="1665"/>
            <a:chExt cx="5344" cy="8124"/>
          </a:xfrm>
        </p:grpSpPr>
        <p:sp>
          <p:nvSpPr>
            <p:cNvPr id="34" name="任意多边形: 形状 30"/>
            <p:cNvSpPr/>
            <p:nvPr/>
          </p:nvSpPr>
          <p:spPr>
            <a:xfrm rot="16200000" flipH="1">
              <a:off x="11459" y="5481"/>
              <a:ext cx="8064" cy="432"/>
            </a:xfrm>
            <a:custGeom>
              <a:avLst/>
              <a:gdLst>
                <a:gd name="connsiteX0" fmla="*/ 0 w 3750016"/>
                <a:gd name="connsiteY0" fmla="*/ 0 h 213360"/>
                <a:gd name="connsiteX1" fmla="*/ 3750016 w 3750016"/>
                <a:gd name="connsiteY1" fmla="*/ 0 h 213360"/>
                <a:gd name="connsiteX2" fmla="*/ 3715177 w 3750016"/>
                <a:gd name="connsiteY2" fmla="*/ 39958 h 213360"/>
                <a:gd name="connsiteX3" fmla="*/ 1875008 w 3750016"/>
                <a:gd name="connsiteY3" fmla="*/ 213360 h 213360"/>
                <a:gd name="connsiteX4" fmla="*/ 34839 w 3750016"/>
                <a:gd name="connsiteY4" fmla="*/ 39958 h 21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016" h="213360">
                  <a:moveTo>
                    <a:pt x="0" y="0"/>
                  </a:moveTo>
                  <a:lnTo>
                    <a:pt x="3750016" y="0"/>
                  </a:lnTo>
                  <a:lnTo>
                    <a:pt x="3715177" y="39958"/>
                  </a:lnTo>
                  <a:cubicBezTo>
                    <a:pt x="3540030" y="138918"/>
                    <a:pt x="2782710" y="213360"/>
                    <a:pt x="1875008" y="213360"/>
                  </a:cubicBezTo>
                  <a:cubicBezTo>
                    <a:pt x="967307" y="213360"/>
                    <a:pt x="209986" y="138918"/>
                    <a:pt x="34839" y="39958"/>
                  </a:cubicBezTo>
                  <a:close/>
                </a:path>
              </a:pathLst>
            </a:custGeom>
            <a:gradFill flip="none" rotWithShape="1">
              <a:gsLst>
                <a:gs pos="50000">
                  <a:srgbClr val="7F7F7F">
                    <a:alpha val="0"/>
                  </a:srgbClr>
                </a:gs>
                <a:gs pos="0">
                  <a:schemeClr val="bg1">
                    <a:lumMod val="50000"/>
                    <a:alpha val="0"/>
                  </a:schemeClr>
                </a:gs>
                <a:gs pos="100000">
                  <a:schemeClr val="bg1">
                    <a:lumMod val="50000"/>
                    <a:alpha val="23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任意多边形: 形状 30"/>
            <p:cNvSpPr/>
            <p:nvPr/>
          </p:nvSpPr>
          <p:spPr>
            <a:xfrm rot="5400000">
              <a:off x="6880" y="5481"/>
              <a:ext cx="8064" cy="432"/>
            </a:xfrm>
            <a:custGeom>
              <a:avLst/>
              <a:gdLst>
                <a:gd name="connsiteX0" fmla="*/ 0 w 3750016"/>
                <a:gd name="connsiteY0" fmla="*/ 0 h 213360"/>
                <a:gd name="connsiteX1" fmla="*/ 3750016 w 3750016"/>
                <a:gd name="connsiteY1" fmla="*/ 0 h 213360"/>
                <a:gd name="connsiteX2" fmla="*/ 3715177 w 3750016"/>
                <a:gd name="connsiteY2" fmla="*/ 39958 h 213360"/>
                <a:gd name="connsiteX3" fmla="*/ 1875008 w 3750016"/>
                <a:gd name="connsiteY3" fmla="*/ 213360 h 213360"/>
                <a:gd name="connsiteX4" fmla="*/ 34839 w 3750016"/>
                <a:gd name="connsiteY4" fmla="*/ 39958 h 213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0016" h="213360">
                  <a:moveTo>
                    <a:pt x="0" y="0"/>
                  </a:moveTo>
                  <a:lnTo>
                    <a:pt x="3750016" y="0"/>
                  </a:lnTo>
                  <a:lnTo>
                    <a:pt x="3715177" y="39958"/>
                  </a:lnTo>
                  <a:cubicBezTo>
                    <a:pt x="3540030" y="138918"/>
                    <a:pt x="2782710" y="213360"/>
                    <a:pt x="1875008" y="213360"/>
                  </a:cubicBezTo>
                  <a:cubicBezTo>
                    <a:pt x="967307" y="213360"/>
                    <a:pt x="209986" y="138918"/>
                    <a:pt x="34839" y="39958"/>
                  </a:cubicBezTo>
                  <a:close/>
                </a:path>
              </a:pathLst>
            </a:custGeom>
            <a:gradFill flip="none" rotWithShape="1">
              <a:gsLst>
                <a:gs pos="50000">
                  <a:srgbClr val="7F7F7F">
                    <a:alpha val="0"/>
                  </a:srgbClr>
                </a:gs>
                <a:gs pos="0">
                  <a:schemeClr val="bg1">
                    <a:lumMod val="50000"/>
                    <a:alpha val="0"/>
                  </a:schemeClr>
                </a:gs>
                <a:gs pos="100000">
                  <a:schemeClr val="bg1">
                    <a:lumMod val="50000"/>
                    <a:alpha val="23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7"/>
            <p:cNvSpPr/>
            <p:nvPr/>
          </p:nvSpPr>
          <p:spPr bwMode="auto">
            <a:xfrm>
              <a:off x="11829" y="2401"/>
              <a:ext cx="4054" cy="1532"/>
            </a:xfrm>
            <a:custGeom>
              <a:avLst/>
              <a:gdLst>
                <a:gd name="T0" fmla="*/ 2254 w 2546"/>
                <a:gd name="T1" fmla="*/ 0 h 963"/>
                <a:gd name="T2" fmla="*/ 2165 w 2546"/>
                <a:gd name="T3" fmla="*/ 0 h 963"/>
                <a:gd name="T4" fmla="*/ 455 w 2546"/>
                <a:gd name="T5" fmla="*/ 0 h 963"/>
                <a:gd name="T6" fmla="*/ 0 w 2546"/>
                <a:gd name="T7" fmla="*/ 436 h 963"/>
                <a:gd name="T8" fmla="*/ 455 w 2546"/>
                <a:gd name="T9" fmla="*/ 871 h 963"/>
                <a:gd name="T10" fmla="*/ 2165 w 2546"/>
                <a:gd name="T11" fmla="*/ 871 h 963"/>
                <a:gd name="T12" fmla="*/ 2310 w 2546"/>
                <a:gd name="T13" fmla="*/ 871 h 963"/>
                <a:gd name="T14" fmla="*/ 2546 w 2546"/>
                <a:gd name="T15" fmla="*/ 963 h 963"/>
                <a:gd name="T16" fmla="*/ 2546 w 2546"/>
                <a:gd name="T17" fmla="*/ 127 h 963"/>
                <a:gd name="T18" fmla="*/ 2254 w 2546"/>
                <a:gd name="T19" fmla="*/ 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3">
                  <a:moveTo>
                    <a:pt x="2254" y="0"/>
                  </a:moveTo>
                  <a:cubicBezTo>
                    <a:pt x="2165" y="0"/>
                    <a:pt x="2165" y="0"/>
                    <a:pt x="2165" y="0"/>
                  </a:cubicBezTo>
                  <a:cubicBezTo>
                    <a:pt x="455" y="0"/>
                    <a:pt x="455" y="0"/>
                    <a:pt x="455" y="0"/>
                  </a:cubicBezTo>
                  <a:cubicBezTo>
                    <a:pt x="0" y="436"/>
                    <a:pt x="0" y="436"/>
                    <a:pt x="0" y="436"/>
                  </a:cubicBezTo>
                  <a:cubicBezTo>
                    <a:pt x="455" y="871"/>
                    <a:pt x="455" y="871"/>
                    <a:pt x="455" y="871"/>
                  </a:cubicBezTo>
                  <a:cubicBezTo>
                    <a:pt x="2165" y="871"/>
                    <a:pt x="2165" y="871"/>
                    <a:pt x="2165" y="871"/>
                  </a:cubicBezTo>
                  <a:cubicBezTo>
                    <a:pt x="2310" y="871"/>
                    <a:pt x="2310" y="871"/>
                    <a:pt x="2310" y="871"/>
                  </a:cubicBezTo>
                  <a:cubicBezTo>
                    <a:pt x="2440" y="871"/>
                    <a:pt x="2546" y="912"/>
                    <a:pt x="2546" y="963"/>
                  </a:cubicBezTo>
                  <a:cubicBezTo>
                    <a:pt x="2546" y="127"/>
                    <a:pt x="2546" y="127"/>
                    <a:pt x="2546" y="127"/>
                  </a:cubicBezTo>
                  <a:cubicBezTo>
                    <a:pt x="2546" y="57"/>
                    <a:pt x="2415" y="0"/>
                    <a:pt x="2254"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37" name="Freeform 8"/>
            <p:cNvSpPr/>
            <p:nvPr/>
          </p:nvSpPr>
          <p:spPr bwMode="auto">
            <a:xfrm>
              <a:off x="15277" y="3786"/>
              <a:ext cx="606" cy="294"/>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38" name="Freeform 9"/>
            <p:cNvSpPr/>
            <p:nvPr/>
          </p:nvSpPr>
          <p:spPr bwMode="auto">
            <a:xfrm>
              <a:off x="11829" y="6208"/>
              <a:ext cx="4054" cy="1530"/>
            </a:xfrm>
            <a:custGeom>
              <a:avLst/>
              <a:gdLst>
                <a:gd name="T0" fmla="*/ 2254 w 2546"/>
                <a:gd name="T1" fmla="*/ 0 h 963"/>
                <a:gd name="T2" fmla="*/ 2165 w 2546"/>
                <a:gd name="T3" fmla="*/ 0 h 963"/>
                <a:gd name="T4" fmla="*/ 455 w 2546"/>
                <a:gd name="T5" fmla="*/ 0 h 963"/>
                <a:gd name="T6" fmla="*/ 0 w 2546"/>
                <a:gd name="T7" fmla="*/ 436 h 963"/>
                <a:gd name="T8" fmla="*/ 455 w 2546"/>
                <a:gd name="T9" fmla="*/ 871 h 963"/>
                <a:gd name="T10" fmla="*/ 2165 w 2546"/>
                <a:gd name="T11" fmla="*/ 871 h 963"/>
                <a:gd name="T12" fmla="*/ 2310 w 2546"/>
                <a:gd name="T13" fmla="*/ 871 h 963"/>
                <a:gd name="T14" fmla="*/ 2546 w 2546"/>
                <a:gd name="T15" fmla="*/ 963 h 963"/>
                <a:gd name="T16" fmla="*/ 2546 w 2546"/>
                <a:gd name="T17" fmla="*/ 127 h 963"/>
                <a:gd name="T18" fmla="*/ 2254 w 2546"/>
                <a:gd name="T19" fmla="*/ 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3">
                  <a:moveTo>
                    <a:pt x="2254" y="0"/>
                  </a:moveTo>
                  <a:cubicBezTo>
                    <a:pt x="2165" y="0"/>
                    <a:pt x="2165" y="0"/>
                    <a:pt x="2165" y="0"/>
                  </a:cubicBezTo>
                  <a:cubicBezTo>
                    <a:pt x="455" y="0"/>
                    <a:pt x="455" y="0"/>
                    <a:pt x="455" y="0"/>
                  </a:cubicBezTo>
                  <a:cubicBezTo>
                    <a:pt x="0" y="436"/>
                    <a:pt x="0" y="436"/>
                    <a:pt x="0" y="436"/>
                  </a:cubicBezTo>
                  <a:cubicBezTo>
                    <a:pt x="455" y="871"/>
                    <a:pt x="455" y="871"/>
                    <a:pt x="455" y="871"/>
                  </a:cubicBezTo>
                  <a:cubicBezTo>
                    <a:pt x="2165" y="871"/>
                    <a:pt x="2165" y="871"/>
                    <a:pt x="2165" y="871"/>
                  </a:cubicBezTo>
                  <a:cubicBezTo>
                    <a:pt x="2310" y="871"/>
                    <a:pt x="2310" y="871"/>
                    <a:pt x="2310" y="871"/>
                  </a:cubicBezTo>
                  <a:cubicBezTo>
                    <a:pt x="2440" y="871"/>
                    <a:pt x="2546" y="912"/>
                    <a:pt x="2546" y="963"/>
                  </a:cubicBezTo>
                  <a:cubicBezTo>
                    <a:pt x="2546" y="127"/>
                    <a:pt x="2546" y="127"/>
                    <a:pt x="2546" y="127"/>
                  </a:cubicBezTo>
                  <a:cubicBezTo>
                    <a:pt x="2546" y="57"/>
                    <a:pt x="2415" y="0"/>
                    <a:pt x="2254"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39" name="Freeform 10"/>
            <p:cNvSpPr/>
            <p:nvPr/>
          </p:nvSpPr>
          <p:spPr bwMode="auto">
            <a:xfrm>
              <a:off x="15277" y="7593"/>
              <a:ext cx="606" cy="293"/>
            </a:xfrm>
            <a:custGeom>
              <a:avLst/>
              <a:gdLst>
                <a:gd name="T0" fmla="*/ 145 w 381"/>
                <a:gd name="T1" fmla="*/ 0 h 184"/>
                <a:gd name="T2" fmla="*/ 0 w 381"/>
                <a:gd name="T3" fmla="*/ 0 h 184"/>
                <a:gd name="T4" fmla="*/ 0 w 381"/>
                <a:gd name="T5" fmla="*/ 184 h 184"/>
                <a:gd name="T6" fmla="*/ 145 w 381"/>
                <a:gd name="T7" fmla="*/ 184 h 184"/>
                <a:gd name="T8" fmla="*/ 381 w 381"/>
                <a:gd name="T9" fmla="*/ 92 h 184"/>
                <a:gd name="T10" fmla="*/ 145 w 381"/>
                <a:gd name="T11" fmla="*/ 0 h 184"/>
              </a:gdLst>
              <a:ahLst/>
              <a:cxnLst>
                <a:cxn ang="0">
                  <a:pos x="T0" y="T1"/>
                </a:cxn>
                <a:cxn ang="0">
                  <a:pos x="T2" y="T3"/>
                </a:cxn>
                <a:cxn ang="0">
                  <a:pos x="T4" y="T5"/>
                </a:cxn>
                <a:cxn ang="0">
                  <a:pos x="T6" y="T7"/>
                </a:cxn>
                <a:cxn ang="0">
                  <a:pos x="T8" y="T9"/>
                </a:cxn>
                <a:cxn ang="0">
                  <a:pos x="T10" y="T11"/>
                </a:cxn>
              </a:cxnLst>
              <a:rect l="0" t="0" r="r" b="b"/>
              <a:pathLst>
                <a:path w="381" h="184">
                  <a:moveTo>
                    <a:pt x="145" y="0"/>
                  </a:moveTo>
                  <a:cubicBezTo>
                    <a:pt x="0" y="0"/>
                    <a:pt x="0" y="0"/>
                    <a:pt x="0" y="0"/>
                  </a:cubicBezTo>
                  <a:cubicBezTo>
                    <a:pt x="0" y="184"/>
                    <a:pt x="0" y="184"/>
                    <a:pt x="0" y="184"/>
                  </a:cubicBezTo>
                  <a:cubicBezTo>
                    <a:pt x="145" y="184"/>
                    <a:pt x="145" y="184"/>
                    <a:pt x="145" y="184"/>
                  </a:cubicBezTo>
                  <a:cubicBezTo>
                    <a:pt x="275" y="184"/>
                    <a:pt x="381" y="143"/>
                    <a:pt x="381" y="92"/>
                  </a:cubicBezTo>
                  <a:cubicBezTo>
                    <a:pt x="381" y="41"/>
                    <a:pt x="275" y="0"/>
                    <a:pt x="145"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0" name="Freeform 11"/>
            <p:cNvSpPr/>
            <p:nvPr/>
          </p:nvSpPr>
          <p:spPr bwMode="auto">
            <a:xfrm>
              <a:off x="10539" y="8112"/>
              <a:ext cx="4054" cy="1528"/>
            </a:xfrm>
            <a:custGeom>
              <a:avLst/>
              <a:gdLst>
                <a:gd name="T0" fmla="*/ 292 w 2546"/>
                <a:gd name="T1" fmla="*/ 0 h 962"/>
                <a:gd name="T2" fmla="*/ 382 w 2546"/>
                <a:gd name="T3" fmla="*/ 0 h 962"/>
                <a:gd name="T4" fmla="*/ 2091 w 2546"/>
                <a:gd name="T5" fmla="*/ 0 h 962"/>
                <a:gd name="T6" fmla="*/ 2546 w 2546"/>
                <a:gd name="T7" fmla="*/ 435 h 962"/>
                <a:gd name="T8" fmla="*/ 2091 w 2546"/>
                <a:gd name="T9" fmla="*/ 870 h 962"/>
                <a:gd name="T10" fmla="*/ 382 w 2546"/>
                <a:gd name="T11" fmla="*/ 870 h 962"/>
                <a:gd name="T12" fmla="*/ 236 w 2546"/>
                <a:gd name="T13" fmla="*/ 870 h 962"/>
                <a:gd name="T14" fmla="*/ 0 w 2546"/>
                <a:gd name="T15" fmla="*/ 962 h 962"/>
                <a:gd name="T16" fmla="*/ 0 w 2546"/>
                <a:gd name="T17" fmla="*/ 126 h 962"/>
                <a:gd name="T18" fmla="*/ 292 w 2546"/>
                <a:gd name="T19"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2">
                  <a:moveTo>
                    <a:pt x="292" y="0"/>
                  </a:moveTo>
                  <a:cubicBezTo>
                    <a:pt x="382" y="0"/>
                    <a:pt x="382" y="0"/>
                    <a:pt x="382" y="0"/>
                  </a:cubicBezTo>
                  <a:cubicBezTo>
                    <a:pt x="2091" y="0"/>
                    <a:pt x="2091" y="0"/>
                    <a:pt x="2091" y="0"/>
                  </a:cubicBezTo>
                  <a:cubicBezTo>
                    <a:pt x="2546" y="435"/>
                    <a:pt x="2546" y="435"/>
                    <a:pt x="2546" y="435"/>
                  </a:cubicBezTo>
                  <a:cubicBezTo>
                    <a:pt x="2091" y="870"/>
                    <a:pt x="2091" y="870"/>
                    <a:pt x="2091" y="870"/>
                  </a:cubicBezTo>
                  <a:cubicBezTo>
                    <a:pt x="382" y="870"/>
                    <a:pt x="382" y="870"/>
                    <a:pt x="382" y="870"/>
                  </a:cubicBezTo>
                  <a:cubicBezTo>
                    <a:pt x="236" y="870"/>
                    <a:pt x="236" y="870"/>
                    <a:pt x="236" y="870"/>
                  </a:cubicBezTo>
                  <a:cubicBezTo>
                    <a:pt x="106" y="870"/>
                    <a:pt x="0" y="912"/>
                    <a:pt x="0" y="962"/>
                  </a:cubicBezTo>
                  <a:cubicBezTo>
                    <a:pt x="0" y="126"/>
                    <a:pt x="0" y="126"/>
                    <a:pt x="0" y="126"/>
                  </a:cubicBezTo>
                  <a:cubicBezTo>
                    <a:pt x="0" y="56"/>
                    <a:pt x="131" y="0"/>
                    <a:pt x="292"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1" name="Freeform 12"/>
            <p:cNvSpPr/>
            <p:nvPr/>
          </p:nvSpPr>
          <p:spPr bwMode="auto">
            <a:xfrm>
              <a:off x="10539" y="9495"/>
              <a:ext cx="608" cy="294"/>
            </a:xfrm>
            <a:custGeom>
              <a:avLst/>
              <a:gdLst>
                <a:gd name="T0" fmla="*/ 236 w 382"/>
                <a:gd name="T1" fmla="*/ 0 h 185"/>
                <a:gd name="T2" fmla="*/ 382 w 382"/>
                <a:gd name="T3" fmla="*/ 0 h 185"/>
                <a:gd name="T4" fmla="*/ 382 w 382"/>
                <a:gd name="T5" fmla="*/ 185 h 185"/>
                <a:gd name="T6" fmla="*/ 236 w 382"/>
                <a:gd name="T7" fmla="*/ 185 h 185"/>
                <a:gd name="T8" fmla="*/ 0 w 382"/>
                <a:gd name="T9" fmla="*/ 92 h 185"/>
                <a:gd name="T10" fmla="*/ 236 w 382"/>
                <a:gd name="T11" fmla="*/ 0 h 185"/>
              </a:gdLst>
              <a:ahLst/>
              <a:cxnLst>
                <a:cxn ang="0">
                  <a:pos x="T0" y="T1"/>
                </a:cxn>
                <a:cxn ang="0">
                  <a:pos x="T2" y="T3"/>
                </a:cxn>
                <a:cxn ang="0">
                  <a:pos x="T4" y="T5"/>
                </a:cxn>
                <a:cxn ang="0">
                  <a:pos x="T6" y="T7"/>
                </a:cxn>
                <a:cxn ang="0">
                  <a:pos x="T8" y="T9"/>
                </a:cxn>
                <a:cxn ang="0">
                  <a:pos x="T10" y="T11"/>
                </a:cxn>
              </a:cxnLst>
              <a:rect l="0" t="0" r="r" b="b"/>
              <a:pathLst>
                <a:path w="382" h="185">
                  <a:moveTo>
                    <a:pt x="236" y="0"/>
                  </a:moveTo>
                  <a:cubicBezTo>
                    <a:pt x="382" y="0"/>
                    <a:pt x="382" y="0"/>
                    <a:pt x="382" y="0"/>
                  </a:cubicBezTo>
                  <a:cubicBezTo>
                    <a:pt x="382" y="185"/>
                    <a:pt x="382" y="185"/>
                    <a:pt x="382" y="185"/>
                  </a:cubicBezTo>
                  <a:cubicBezTo>
                    <a:pt x="236" y="185"/>
                    <a:pt x="236" y="185"/>
                    <a:pt x="236" y="185"/>
                  </a:cubicBezTo>
                  <a:cubicBezTo>
                    <a:pt x="106" y="185"/>
                    <a:pt x="0" y="143"/>
                    <a:pt x="0" y="92"/>
                  </a:cubicBezTo>
                  <a:cubicBezTo>
                    <a:pt x="0" y="42"/>
                    <a:pt x="106" y="0"/>
                    <a:pt x="236"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2" name="Freeform 13"/>
            <p:cNvSpPr/>
            <p:nvPr/>
          </p:nvSpPr>
          <p:spPr bwMode="auto">
            <a:xfrm>
              <a:off x="10539" y="4305"/>
              <a:ext cx="4054" cy="1532"/>
            </a:xfrm>
            <a:custGeom>
              <a:avLst/>
              <a:gdLst>
                <a:gd name="T0" fmla="*/ 292 w 2546"/>
                <a:gd name="T1" fmla="*/ 0 h 963"/>
                <a:gd name="T2" fmla="*/ 382 w 2546"/>
                <a:gd name="T3" fmla="*/ 0 h 963"/>
                <a:gd name="T4" fmla="*/ 2091 w 2546"/>
                <a:gd name="T5" fmla="*/ 0 h 963"/>
                <a:gd name="T6" fmla="*/ 2546 w 2546"/>
                <a:gd name="T7" fmla="*/ 435 h 963"/>
                <a:gd name="T8" fmla="*/ 2091 w 2546"/>
                <a:gd name="T9" fmla="*/ 870 h 963"/>
                <a:gd name="T10" fmla="*/ 382 w 2546"/>
                <a:gd name="T11" fmla="*/ 870 h 963"/>
                <a:gd name="T12" fmla="*/ 236 w 2546"/>
                <a:gd name="T13" fmla="*/ 870 h 963"/>
                <a:gd name="T14" fmla="*/ 0 w 2546"/>
                <a:gd name="T15" fmla="*/ 963 h 963"/>
                <a:gd name="T16" fmla="*/ 0 w 2546"/>
                <a:gd name="T17" fmla="*/ 127 h 963"/>
                <a:gd name="T18" fmla="*/ 292 w 2546"/>
                <a:gd name="T19" fmla="*/ 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46" h="963">
                  <a:moveTo>
                    <a:pt x="292" y="0"/>
                  </a:moveTo>
                  <a:cubicBezTo>
                    <a:pt x="382" y="0"/>
                    <a:pt x="382" y="0"/>
                    <a:pt x="382" y="0"/>
                  </a:cubicBezTo>
                  <a:cubicBezTo>
                    <a:pt x="2091" y="0"/>
                    <a:pt x="2091" y="0"/>
                    <a:pt x="2091" y="0"/>
                  </a:cubicBezTo>
                  <a:cubicBezTo>
                    <a:pt x="2546" y="435"/>
                    <a:pt x="2546" y="435"/>
                    <a:pt x="2546" y="435"/>
                  </a:cubicBezTo>
                  <a:cubicBezTo>
                    <a:pt x="2091" y="870"/>
                    <a:pt x="2091" y="870"/>
                    <a:pt x="2091" y="870"/>
                  </a:cubicBezTo>
                  <a:cubicBezTo>
                    <a:pt x="382" y="870"/>
                    <a:pt x="382" y="870"/>
                    <a:pt x="382" y="870"/>
                  </a:cubicBezTo>
                  <a:cubicBezTo>
                    <a:pt x="236" y="870"/>
                    <a:pt x="236" y="870"/>
                    <a:pt x="236" y="870"/>
                  </a:cubicBezTo>
                  <a:cubicBezTo>
                    <a:pt x="106" y="870"/>
                    <a:pt x="0" y="912"/>
                    <a:pt x="0" y="963"/>
                  </a:cubicBezTo>
                  <a:cubicBezTo>
                    <a:pt x="0" y="127"/>
                    <a:pt x="0" y="127"/>
                    <a:pt x="0" y="127"/>
                  </a:cubicBezTo>
                  <a:cubicBezTo>
                    <a:pt x="0" y="57"/>
                    <a:pt x="131" y="0"/>
                    <a:pt x="292"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sp>
          <p:nvSpPr>
            <p:cNvPr id="43" name="Freeform 14"/>
            <p:cNvSpPr/>
            <p:nvPr/>
          </p:nvSpPr>
          <p:spPr bwMode="auto">
            <a:xfrm>
              <a:off x="10539" y="5688"/>
              <a:ext cx="608" cy="294"/>
            </a:xfrm>
            <a:custGeom>
              <a:avLst/>
              <a:gdLst>
                <a:gd name="T0" fmla="*/ 236 w 382"/>
                <a:gd name="T1" fmla="*/ 0 h 185"/>
                <a:gd name="T2" fmla="*/ 382 w 382"/>
                <a:gd name="T3" fmla="*/ 0 h 185"/>
                <a:gd name="T4" fmla="*/ 382 w 382"/>
                <a:gd name="T5" fmla="*/ 185 h 185"/>
                <a:gd name="T6" fmla="*/ 236 w 382"/>
                <a:gd name="T7" fmla="*/ 185 h 185"/>
                <a:gd name="T8" fmla="*/ 0 w 382"/>
                <a:gd name="T9" fmla="*/ 93 h 185"/>
                <a:gd name="T10" fmla="*/ 236 w 382"/>
                <a:gd name="T11" fmla="*/ 0 h 185"/>
              </a:gdLst>
              <a:ahLst/>
              <a:cxnLst>
                <a:cxn ang="0">
                  <a:pos x="T0" y="T1"/>
                </a:cxn>
                <a:cxn ang="0">
                  <a:pos x="T2" y="T3"/>
                </a:cxn>
                <a:cxn ang="0">
                  <a:pos x="T4" y="T5"/>
                </a:cxn>
                <a:cxn ang="0">
                  <a:pos x="T6" y="T7"/>
                </a:cxn>
                <a:cxn ang="0">
                  <a:pos x="T8" y="T9"/>
                </a:cxn>
                <a:cxn ang="0">
                  <a:pos x="T10" y="T11"/>
                </a:cxn>
              </a:cxnLst>
              <a:rect l="0" t="0" r="r" b="b"/>
              <a:pathLst>
                <a:path w="382" h="185">
                  <a:moveTo>
                    <a:pt x="236" y="0"/>
                  </a:moveTo>
                  <a:cubicBezTo>
                    <a:pt x="382" y="0"/>
                    <a:pt x="382" y="0"/>
                    <a:pt x="382" y="0"/>
                  </a:cubicBezTo>
                  <a:cubicBezTo>
                    <a:pt x="382" y="185"/>
                    <a:pt x="382" y="185"/>
                    <a:pt x="382" y="185"/>
                  </a:cubicBezTo>
                  <a:cubicBezTo>
                    <a:pt x="236" y="185"/>
                    <a:pt x="236" y="185"/>
                    <a:pt x="236" y="185"/>
                  </a:cubicBezTo>
                  <a:cubicBezTo>
                    <a:pt x="106" y="185"/>
                    <a:pt x="0" y="144"/>
                    <a:pt x="0" y="93"/>
                  </a:cubicBezTo>
                  <a:cubicBezTo>
                    <a:pt x="0" y="42"/>
                    <a:pt x="106" y="0"/>
                    <a:pt x="236"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solidFill>
                  <a:schemeClr val="lt1"/>
                </a:solidFill>
              </a:endParaRPr>
            </a:p>
          </p:txBody>
        </p:sp>
      </p:grpSp>
      <p:sp>
        <p:nvSpPr>
          <p:cNvPr id="44" name="文本框 43"/>
          <p:cNvSpPr txBox="1"/>
          <p:nvPr/>
        </p:nvSpPr>
        <p:spPr>
          <a:xfrm>
            <a:off x="6166600" y="1791766"/>
            <a:ext cx="433070" cy="521970"/>
          </a:xfrm>
          <a:prstGeom prst="rect">
            <a:avLst/>
          </a:prstGeom>
          <a:noFill/>
        </p:spPr>
        <p:txBody>
          <a:bodyPr wrap="none" rtlCol="0">
            <a:spAutoFit/>
          </a:bodyPr>
          <a:lstStyle/>
          <a:p>
            <a:pPr algn="ctr"/>
            <a:r>
              <a:rPr lang="en-US" altLang="zh-CN" sz="2800">
                <a:solidFill>
                  <a:schemeClr val="bg1"/>
                </a:solidFill>
                <a:latin typeface="+mj-ea"/>
                <a:ea typeface="+mj-ea"/>
              </a:rPr>
              <a:t>A</a:t>
            </a:r>
            <a:endParaRPr lang="en-US" altLang="zh-CN" sz="2800">
              <a:solidFill>
                <a:schemeClr val="bg1"/>
              </a:solidFill>
              <a:latin typeface="+mj-ea"/>
              <a:ea typeface="+mj-ea"/>
            </a:endParaRPr>
          </a:p>
        </p:txBody>
      </p:sp>
      <p:sp>
        <p:nvSpPr>
          <p:cNvPr id="45" name="文本框 44"/>
          <p:cNvSpPr txBox="1"/>
          <p:nvPr/>
        </p:nvSpPr>
        <p:spPr>
          <a:xfrm>
            <a:off x="6172633" y="3927906"/>
            <a:ext cx="421005" cy="521970"/>
          </a:xfrm>
          <a:prstGeom prst="rect">
            <a:avLst/>
          </a:prstGeom>
          <a:noFill/>
        </p:spPr>
        <p:txBody>
          <a:bodyPr wrap="none" rtlCol="0">
            <a:spAutoFit/>
          </a:bodyPr>
          <a:lstStyle/>
          <a:p>
            <a:pPr algn="ctr"/>
            <a:r>
              <a:rPr lang="en-US" altLang="zh-CN" sz="2800">
                <a:solidFill>
                  <a:schemeClr val="bg1"/>
                </a:solidFill>
                <a:latin typeface="+mj-ea"/>
                <a:ea typeface="+mj-ea"/>
              </a:rPr>
              <a:t>C</a:t>
            </a:r>
            <a:endParaRPr lang="en-US" altLang="zh-CN" sz="2800">
              <a:solidFill>
                <a:schemeClr val="bg1"/>
              </a:solidFill>
              <a:latin typeface="+mj-ea"/>
              <a:ea typeface="+mj-ea"/>
            </a:endParaRPr>
          </a:p>
        </p:txBody>
      </p:sp>
      <p:sp>
        <p:nvSpPr>
          <p:cNvPr id="46" name="文本框 45"/>
          <p:cNvSpPr txBox="1"/>
          <p:nvPr/>
        </p:nvSpPr>
        <p:spPr>
          <a:xfrm>
            <a:off x="5462703" y="2885236"/>
            <a:ext cx="405765" cy="521970"/>
          </a:xfrm>
          <a:prstGeom prst="rect">
            <a:avLst/>
          </a:prstGeom>
          <a:noFill/>
        </p:spPr>
        <p:txBody>
          <a:bodyPr wrap="none" rtlCol="0">
            <a:spAutoFit/>
          </a:bodyPr>
          <a:lstStyle/>
          <a:p>
            <a:pPr algn="ctr"/>
            <a:r>
              <a:rPr lang="en-US" altLang="zh-CN" sz="2800">
                <a:solidFill>
                  <a:schemeClr val="bg1"/>
                </a:solidFill>
                <a:latin typeface="+mj-ea"/>
                <a:ea typeface="+mj-ea"/>
              </a:rPr>
              <a:t>B</a:t>
            </a:r>
            <a:endParaRPr lang="en-US" altLang="zh-CN" sz="2800">
              <a:solidFill>
                <a:schemeClr val="bg1"/>
              </a:solidFill>
              <a:latin typeface="+mj-ea"/>
              <a:ea typeface="+mj-ea"/>
            </a:endParaRPr>
          </a:p>
        </p:txBody>
      </p:sp>
      <p:sp>
        <p:nvSpPr>
          <p:cNvPr id="49" name="文本框 48"/>
          <p:cNvSpPr txBox="1"/>
          <p:nvPr/>
        </p:nvSpPr>
        <p:spPr>
          <a:xfrm>
            <a:off x="5438573" y="5021376"/>
            <a:ext cx="454025" cy="521970"/>
          </a:xfrm>
          <a:prstGeom prst="rect">
            <a:avLst/>
          </a:prstGeom>
          <a:noFill/>
        </p:spPr>
        <p:txBody>
          <a:bodyPr wrap="none" rtlCol="0">
            <a:spAutoFit/>
          </a:bodyPr>
          <a:lstStyle/>
          <a:p>
            <a:pPr algn="ctr"/>
            <a:r>
              <a:rPr lang="en-US" altLang="zh-CN" sz="2800">
                <a:solidFill>
                  <a:schemeClr val="bg1"/>
                </a:solidFill>
                <a:latin typeface="+mj-ea"/>
                <a:ea typeface="+mj-ea"/>
              </a:rPr>
              <a:t>D</a:t>
            </a:r>
            <a:endParaRPr lang="en-US" altLang="zh-CN" sz="2800">
              <a:solidFill>
                <a:schemeClr val="bg1"/>
              </a:solidFill>
              <a:latin typeface="+mj-ea"/>
              <a:ea typeface="+mj-ea"/>
            </a:endParaRPr>
          </a:p>
        </p:txBody>
      </p:sp>
      <p:sp>
        <p:nvSpPr>
          <p:cNvPr id="52" name="文本框 51"/>
          <p:cNvSpPr txBox="1"/>
          <p:nvPr/>
        </p:nvSpPr>
        <p:spPr>
          <a:xfrm>
            <a:off x="7960828" y="1884535"/>
            <a:ext cx="3839746" cy="894732"/>
          </a:xfrm>
          <a:prstGeom prst="rect">
            <a:avLst/>
          </a:prstGeom>
          <a:noFill/>
        </p:spPr>
        <p:txBody>
          <a:bodyPr wrap="square" rtlCol="0">
            <a:spAutoFit/>
          </a:bodyPr>
          <a:lstStyle/>
          <a:p>
            <a:pP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53" name="矩形 52"/>
          <p:cNvSpPr/>
          <p:nvPr/>
        </p:nvSpPr>
        <p:spPr>
          <a:xfrm>
            <a:off x="7960827" y="1484425"/>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57" name="文本框 56"/>
          <p:cNvSpPr txBox="1"/>
          <p:nvPr/>
        </p:nvSpPr>
        <p:spPr>
          <a:xfrm>
            <a:off x="7960828" y="4074423"/>
            <a:ext cx="3839746" cy="894732"/>
          </a:xfrm>
          <a:prstGeom prst="rect">
            <a:avLst/>
          </a:prstGeom>
          <a:noFill/>
        </p:spPr>
        <p:txBody>
          <a:bodyPr wrap="square" rtlCol="0">
            <a:spAutoFit/>
          </a:bodyPr>
          <a:lstStyle/>
          <a:p>
            <a:pP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59" name="矩形 58"/>
          <p:cNvSpPr/>
          <p:nvPr/>
        </p:nvSpPr>
        <p:spPr>
          <a:xfrm>
            <a:off x="7960827" y="3674313"/>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1" name="文本框 60"/>
          <p:cNvSpPr txBox="1"/>
          <p:nvPr/>
        </p:nvSpPr>
        <p:spPr>
          <a:xfrm>
            <a:off x="248147" y="2989107"/>
            <a:ext cx="3839746" cy="894732"/>
          </a:xfrm>
          <a:prstGeom prst="rect">
            <a:avLst/>
          </a:prstGeom>
          <a:noFill/>
        </p:spPr>
        <p:txBody>
          <a:bodyPr wrap="square" rtlCol="0">
            <a:spAutoFit/>
          </a:bodyPr>
          <a:lstStyle/>
          <a:p>
            <a:pPr algn="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63" name="矩形 62"/>
          <p:cNvSpPr/>
          <p:nvPr/>
        </p:nvSpPr>
        <p:spPr>
          <a:xfrm>
            <a:off x="1852548" y="2588997"/>
            <a:ext cx="2235345" cy="369332"/>
          </a:xfrm>
          <a:prstGeom prst="rect">
            <a:avLst/>
          </a:prstGeom>
        </p:spPr>
        <p:txBody>
          <a:bodyPr wrap="square">
            <a:spAutoFit/>
          </a:bodyPr>
          <a:lstStyle/>
          <a:p>
            <a:pPr algn="r"/>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9" name="文本框 68"/>
          <p:cNvSpPr txBox="1"/>
          <p:nvPr/>
        </p:nvSpPr>
        <p:spPr>
          <a:xfrm>
            <a:off x="248147" y="5178995"/>
            <a:ext cx="3839746" cy="894732"/>
          </a:xfrm>
          <a:prstGeom prst="rect">
            <a:avLst/>
          </a:prstGeom>
          <a:noFill/>
        </p:spPr>
        <p:txBody>
          <a:bodyPr wrap="square" rtlCol="0">
            <a:spAutoFit/>
          </a:bodyPr>
          <a:lstStyle/>
          <a:p>
            <a:pPr algn="r">
              <a:lnSpc>
                <a:spcPct val="150000"/>
              </a:lnSpc>
            </a:pPr>
            <a:r>
              <a:rPr lang="en-US" altLang="zh-CN" sz="1200">
                <a:solidFill>
                  <a:schemeClr val="tx1">
                    <a:lumMod val="65000"/>
                    <a:lumOff val="35000"/>
                  </a:schemeClr>
                </a:solidFill>
              </a:rPr>
              <a:t>The user can perform the presentation on a projector or computer, and the powerpoint can be printed out and made into film. </a:t>
            </a:r>
            <a:endParaRPr lang="zh-CN" altLang="en-US" sz="1200">
              <a:solidFill>
                <a:schemeClr val="tx1">
                  <a:lumMod val="65000"/>
                  <a:lumOff val="35000"/>
                </a:schemeClr>
              </a:solidFill>
            </a:endParaRPr>
          </a:p>
        </p:txBody>
      </p:sp>
      <p:sp>
        <p:nvSpPr>
          <p:cNvPr id="71" name="矩形 70"/>
          <p:cNvSpPr/>
          <p:nvPr/>
        </p:nvSpPr>
        <p:spPr>
          <a:xfrm>
            <a:off x="1852548" y="4778885"/>
            <a:ext cx="2235345" cy="369332"/>
          </a:xfrm>
          <a:prstGeom prst="rect">
            <a:avLst/>
          </a:prstGeom>
        </p:spPr>
        <p:txBody>
          <a:bodyPr wrap="square">
            <a:spAutoFit/>
          </a:bodyPr>
          <a:lstStyle/>
          <a:p>
            <a:pPr algn="r"/>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1288785" y="262675"/>
            <a:ext cx="1089865" cy="1044651"/>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614917" y="6421145"/>
            <a:ext cx="135241" cy="135241"/>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812383" y="4917021"/>
            <a:ext cx="251964" cy="251964"/>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3488090" y="6241026"/>
            <a:ext cx="153295" cy="630720"/>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11727404" y="5744134"/>
            <a:ext cx="366356" cy="366356"/>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矩形 61"/>
          <p:cNvSpPr/>
          <p:nvPr/>
        </p:nvSpPr>
        <p:spPr>
          <a:xfrm>
            <a:off x="4309150" y="403017"/>
            <a:ext cx="3562193" cy="523220"/>
          </a:xfrm>
          <a:prstGeom prst="rect">
            <a:avLst/>
          </a:prstGeom>
        </p:spPr>
        <p:txBody>
          <a:bodyPr wrap="none">
            <a:spAutoFit/>
          </a:bodyPr>
          <a:lstStyle/>
          <a:p>
            <a:pPr algn="ctr"/>
            <a:r>
              <a:rPr lang="en-US" altLang="zh-CN" sz="2800">
                <a:latin typeface="Arial" panose="020B0604020202020204" pitchFamily="34" charset="0"/>
                <a:cs typeface="Arial" panose="020B0604020202020204" pitchFamily="34" charset="0"/>
                <a:sym typeface="+mn-ea"/>
              </a:rPr>
              <a:t>Click here to add text</a:t>
            </a:r>
            <a:endParaRPr lang="zh-CN" altLang="en-US" sz="2800" dirty="0">
              <a:latin typeface="Arial" panose="020B0604020202020204" pitchFamily="34" charset="0"/>
              <a:cs typeface="Arial" panose="020B0604020202020204" pitchFamily="34" charset="0"/>
            </a:endParaRPr>
          </a:p>
        </p:txBody>
      </p:sp>
      <p:grpSp>
        <p:nvGrpSpPr>
          <p:cNvPr id="64" name="组合 63"/>
          <p:cNvGrpSpPr/>
          <p:nvPr/>
        </p:nvGrpSpPr>
        <p:grpSpPr>
          <a:xfrm rot="14992916">
            <a:off x="-225882" y="5448049"/>
            <a:ext cx="1528504" cy="1465092"/>
            <a:chOff x="4251960" y="1930401"/>
            <a:chExt cx="1271967" cy="1219198"/>
          </a:xfrm>
        </p:grpSpPr>
        <p:sp>
          <p:nvSpPr>
            <p:cNvPr id="65" name="任意多边形: 形状 6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Group 18"/>
          <p:cNvGrpSpPr/>
          <p:nvPr/>
        </p:nvGrpSpPr>
        <p:grpSpPr>
          <a:xfrm rot="20441731">
            <a:off x="3683159" y="2111260"/>
            <a:ext cx="1761086" cy="1762358"/>
            <a:chOff x="1455738" y="2371725"/>
            <a:chExt cx="2198688" cy="2200275"/>
          </a:xfrm>
          <a:solidFill>
            <a:srgbClr val="81B378"/>
          </a:solidFill>
        </p:grpSpPr>
        <p:sp>
          <p:nvSpPr>
            <p:cNvPr id="36" name="Freeform 19"/>
            <p:cNvSpPr/>
            <p:nvPr/>
          </p:nvSpPr>
          <p:spPr bwMode="auto">
            <a:xfrm>
              <a:off x="2035175" y="2967038"/>
              <a:ext cx="1071563" cy="1009650"/>
            </a:xfrm>
            <a:custGeom>
              <a:avLst/>
              <a:gdLst>
                <a:gd name="T0" fmla="*/ 277 w 570"/>
                <a:gd name="T1" fmla="*/ 0 h 536"/>
                <a:gd name="T2" fmla="*/ 217 w 570"/>
                <a:gd name="T3" fmla="*/ 7 h 536"/>
                <a:gd name="T4" fmla="*/ 50 w 570"/>
                <a:gd name="T5" fmla="*/ 126 h 536"/>
                <a:gd name="T6" fmla="*/ 16 w 570"/>
                <a:gd name="T7" fmla="*/ 328 h 536"/>
                <a:gd name="T8" fmla="*/ 276 w 570"/>
                <a:gd name="T9" fmla="*/ 536 h 536"/>
                <a:gd name="T10" fmla="*/ 336 w 570"/>
                <a:gd name="T11" fmla="*/ 529 h 536"/>
                <a:gd name="T12" fmla="*/ 538 w 570"/>
                <a:gd name="T13" fmla="*/ 208 h 536"/>
                <a:gd name="T14" fmla="*/ 277 w 570"/>
                <a:gd name="T15" fmla="*/ 0 h 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0" h="536">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sp>
          <p:nvSpPr>
            <p:cNvPr id="37" name="Freeform 20"/>
            <p:cNvSpPr>
              <a:spLocks noEditPoints="1"/>
            </p:cNvSpPr>
            <p:nvPr/>
          </p:nvSpPr>
          <p:spPr bwMode="auto">
            <a:xfrm>
              <a:off x="1455738" y="2371725"/>
              <a:ext cx="2198688" cy="2200275"/>
            </a:xfrm>
            <a:custGeom>
              <a:avLst/>
              <a:gdLst>
                <a:gd name="T0" fmla="*/ 1055 w 1169"/>
                <a:gd name="T1" fmla="*/ 596 h 1170"/>
                <a:gd name="T2" fmla="*/ 1169 w 1169"/>
                <a:gd name="T3" fmla="*/ 551 h 1170"/>
                <a:gd name="T4" fmla="*/ 1156 w 1169"/>
                <a:gd name="T5" fmla="*/ 455 h 1170"/>
                <a:gd name="T6" fmla="*/ 1153 w 1169"/>
                <a:gd name="T7" fmla="*/ 446 h 1170"/>
                <a:gd name="T8" fmla="*/ 1031 w 1169"/>
                <a:gd name="T9" fmla="*/ 436 h 1170"/>
                <a:gd name="T10" fmla="*/ 998 w 1169"/>
                <a:gd name="T11" fmla="*/ 359 h 1170"/>
                <a:gd name="T12" fmla="*/ 1074 w 1169"/>
                <a:gd name="T13" fmla="*/ 263 h 1170"/>
                <a:gd name="T14" fmla="*/ 1008 w 1169"/>
                <a:gd name="T15" fmla="*/ 180 h 1170"/>
                <a:gd name="T16" fmla="*/ 897 w 1169"/>
                <a:gd name="T17" fmla="*/ 233 h 1170"/>
                <a:gd name="T18" fmla="*/ 829 w 1169"/>
                <a:gd name="T19" fmla="*/ 183 h 1170"/>
                <a:gd name="T20" fmla="*/ 847 w 1169"/>
                <a:gd name="T21" fmla="*/ 62 h 1170"/>
                <a:gd name="T22" fmla="*/ 749 w 1169"/>
                <a:gd name="T23" fmla="*/ 23 h 1170"/>
                <a:gd name="T24" fmla="*/ 679 w 1169"/>
                <a:gd name="T25" fmla="*/ 124 h 1170"/>
                <a:gd name="T26" fmla="*/ 596 w 1169"/>
                <a:gd name="T27" fmla="*/ 114 h 1170"/>
                <a:gd name="T28" fmla="*/ 550 w 1169"/>
                <a:gd name="T29" fmla="*/ 0 h 1170"/>
                <a:gd name="T30" fmla="*/ 454 w 1169"/>
                <a:gd name="T31" fmla="*/ 14 h 1170"/>
                <a:gd name="T32" fmla="*/ 446 w 1169"/>
                <a:gd name="T33" fmla="*/ 16 h 1170"/>
                <a:gd name="T34" fmla="*/ 436 w 1169"/>
                <a:gd name="T35" fmla="*/ 139 h 1170"/>
                <a:gd name="T36" fmla="*/ 359 w 1169"/>
                <a:gd name="T37" fmla="*/ 172 h 1170"/>
                <a:gd name="T38" fmla="*/ 262 w 1169"/>
                <a:gd name="T39" fmla="*/ 96 h 1170"/>
                <a:gd name="T40" fmla="*/ 180 w 1169"/>
                <a:gd name="T41" fmla="*/ 162 h 1170"/>
                <a:gd name="T42" fmla="*/ 232 w 1169"/>
                <a:gd name="T43" fmla="*/ 273 h 1170"/>
                <a:gd name="T44" fmla="*/ 183 w 1169"/>
                <a:gd name="T45" fmla="*/ 340 h 1170"/>
                <a:gd name="T46" fmla="*/ 61 w 1169"/>
                <a:gd name="T47" fmla="*/ 323 h 1170"/>
                <a:gd name="T48" fmla="*/ 22 w 1169"/>
                <a:gd name="T49" fmla="*/ 421 h 1170"/>
                <a:gd name="T50" fmla="*/ 123 w 1169"/>
                <a:gd name="T51" fmla="*/ 491 h 1170"/>
                <a:gd name="T52" fmla="*/ 114 w 1169"/>
                <a:gd name="T53" fmla="*/ 574 h 1170"/>
                <a:gd name="T54" fmla="*/ 0 w 1169"/>
                <a:gd name="T55" fmla="*/ 619 h 1170"/>
                <a:gd name="T56" fmla="*/ 14 w 1169"/>
                <a:gd name="T57" fmla="*/ 716 h 1170"/>
                <a:gd name="T58" fmla="*/ 16 w 1169"/>
                <a:gd name="T59" fmla="*/ 724 h 1170"/>
                <a:gd name="T60" fmla="*/ 138 w 1169"/>
                <a:gd name="T61" fmla="*/ 734 h 1170"/>
                <a:gd name="T62" fmla="*/ 171 w 1169"/>
                <a:gd name="T63" fmla="*/ 811 h 1170"/>
                <a:gd name="T64" fmla="*/ 95 w 1169"/>
                <a:gd name="T65" fmla="*/ 907 h 1170"/>
                <a:gd name="T66" fmla="*/ 161 w 1169"/>
                <a:gd name="T67" fmla="*/ 990 h 1170"/>
                <a:gd name="T68" fmla="*/ 272 w 1169"/>
                <a:gd name="T69" fmla="*/ 937 h 1170"/>
                <a:gd name="T70" fmla="*/ 340 w 1169"/>
                <a:gd name="T71" fmla="*/ 987 h 1170"/>
                <a:gd name="T72" fmla="*/ 322 w 1169"/>
                <a:gd name="T73" fmla="*/ 1109 h 1170"/>
                <a:gd name="T74" fmla="*/ 420 w 1169"/>
                <a:gd name="T75" fmla="*/ 1147 h 1170"/>
                <a:gd name="T76" fmla="*/ 490 w 1169"/>
                <a:gd name="T77" fmla="*/ 1046 h 1170"/>
                <a:gd name="T78" fmla="*/ 574 w 1169"/>
                <a:gd name="T79" fmla="*/ 1056 h 1170"/>
                <a:gd name="T80" fmla="*/ 619 w 1169"/>
                <a:gd name="T81" fmla="*/ 1170 h 1170"/>
                <a:gd name="T82" fmla="*/ 715 w 1169"/>
                <a:gd name="T83" fmla="*/ 1156 h 1170"/>
                <a:gd name="T84" fmla="*/ 723 w 1169"/>
                <a:gd name="T85" fmla="*/ 1154 h 1170"/>
                <a:gd name="T86" fmla="*/ 733 w 1169"/>
                <a:gd name="T87" fmla="*/ 1032 h 1170"/>
                <a:gd name="T88" fmla="*/ 810 w 1169"/>
                <a:gd name="T89" fmla="*/ 998 h 1170"/>
                <a:gd name="T90" fmla="*/ 907 w 1169"/>
                <a:gd name="T91" fmla="*/ 1074 h 1170"/>
                <a:gd name="T92" fmla="*/ 989 w 1169"/>
                <a:gd name="T93" fmla="*/ 1008 h 1170"/>
                <a:gd name="T94" fmla="*/ 937 w 1169"/>
                <a:gd name="T95" fmla="*/ 897 h 1170"/>
                <a:gd name="T96" fmla="*/ 987 w 1169"/>
                <a:gd name="T97" fmla="*/ 830 h 1170"/>
                <a:gd name="T98" fmla="*/ 1108 w 1169"/>
                <a:gd name="T99" fmla="*/ 848 h 1170"/>
                <a:gd name="T100" fmla="*/ 1147 w 1169"/>
                <a:gd name="T101" fmla="*/ 749 h 1170"/>
                <a:gd name="T102" fmla="*/ 1046 w 1169"/>
                <a:gd name="T103" fmla="*/ 679 h 1170"/>
                <a:gd name="T104" fmla="*/ 1055 w 1169"/>
                <a:gd name="T105" fmla="*/ 596 h 1170"/>
                <a:gd name="T106" fmla="*/ 657 w 1169"/>
                <a:gd name="T107" fmla="*/ 901 h 1170"/>
                <a:gd name="T108" fmla="*/ 584 w 1169"/>
                <a:gd name="T109" fmla="*/ 909 h 1170"/>
                <a:gd name="T110" fmla="*/ 384 w 1169"/>
                <a:gd name="T111" fmla="*/ 839 h 1170"/>
                <a:gd name="T112" fmla="*/ 269 w 1169"/>
                <a:gd name="T113" fmla="*/ 657 h 1170"/>
                <a:gd name="T114" fmla="*/ 310 w 1169"/>
                <a:gd name="T115" fmla="*/ 413 h 1170"/>
                <a:gd name="T116" fmla="*/ 512 w 1169"/>
                <a:gd name="T117" fmla="*/ 270 h 1170"/>
                <a:gd name="T118" fmla="*/ 585 w 1169"/>
                <a:gd name="T119" fmla="*/ 261 h 1170"/>
                <a:gd name="T120" fmla="*/ 785 w 1169"/>
                <a:gd name="T121" fmla="*/ 331 h 1170"/>
                <a:gd name="T122" fmla="*/ 900 w 1169"/>
                <a:gd name="T123" fmla="*/ 513 h 1170"/>
                <a:gd name="T124" fmla="*/ 657 w 1169"/>
                <a:gd name="T125" fmla="*/ 901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69" h="117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grpSp>
      <p:grpSp>
        <p:nvGrpSpPr>
          <p:cNvPr id="38" name="Group 2"/>
          <p:cNvGrpSpPr/>
          <p:nvPr/>
        </p:nvGrpSpPr>
        <p:grpSpPr>
          <a:xfrm>
            <a:off x="1183566" y="2095986"/>
            <a:ext cx="2570336" cy="2572192"/>
            <a:chOff x="1455738" y="2371725"/>
            <a:chExt cx="2198688" cy="2200275"/>
          </a:xfrm>
          <a:solidFill>
            <a:srgbClr val="81B378"/>
          </a:solidFill>
        </p:grpSpPr>
        <p:sp>
          <p:nvSpPr>
            <p:cNvPr id="39" name="Freeform 7"/>
            <p:cNvSpPr/>
            <p:nvPr/>
          </p:nvSpPr>
          <p:spPr bwMode="auto">
            <a:xfrm>
              <a:off x="2035175" y="2967038"/>
              <a:ext cx="1071563" cy="1009650"/>
            </a:xfrm>
            <a:custGeom>
              <a:avLst/>
              <a:gdLst>
                <a:gd name="T0" fmla="*/ 277 w 570"/>
                <a:gd name="T1" fmla="*/ 0 h 536"/>
                <a:gd name="T2" fmla="*/ 217 w 570"/>
                <a:gd name="T3" fmla="*/ 7 h 536"/>
                <a:gd name="T4" fmla="*/ 50 w 570"/>
                <a:gd name="T5" fmla="*/ 126 h 536"/>
                <a:gd name="T6" fmla="*/ 16 w 570"/>
                <a:gd name="T7" fmla="*/ 328 h 536"/>
                <a:gd name="T8" fmla="*/ 276 w 570"/>
                <a:gd name="T9" fmla="*/ 536 h 536"/>
                <a:gd name="T10" fmla="*/ 336 w 570"/>
                <a:gd name="T11" fmla="*/ 529 h 536"/>
                <a:gd name="T12" fmla="*/ 538 w 570"/>
                <a:gd name="T13" fmla="*/ 208 h 536"/>
                <a:gd name="T14" fmla="*/ 277 w 570"/>
                <a:gd name="T15" fmla="*/ 0 h 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0" h="536">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sp>
          <p:nvSpPr>
            <p:cNvPr id="40" name="Freeform 8"/>
            <p:cNvSpPr>
              <a:spLocks noEditPoints="1"/>
            </p:cNvSpPr>
            <p:nvPr/>
          </p:nvSpPr>
          <p:spPr bwMode="auto">
            <a:xfrm>
              <a:off x="1455738" y="2371725"/>
              <a:ext cx="2198688" cy="2200275"/>
            </a:xfrm>
            <a:custGeom>
              <a:avLst/>
              <a:gdLst>
                <a:gd name="T0" fmla="*/ 1055 w 1169"/>
                <a:gd name="T1" fmla="*/ 596 h 1170"/>
                <a:gd name="T2" fmla="*/ 1169 w 1169"/>
                <a:gd name="T3" fmla="*/ 551 h 1170"/>
                <a:gd name="T4" fmla="*/ 1156 w 1169"/>
                <a:gd name="T5" fmla="*/ 455 h 1170"/>
                <a:gd name="T6" fmla="*/ 1153 w 1169"/>
                <a:gd name="T7" fmla="*/ 446 h 1170"/>
                <a:gd name="T8" fmla="*/ 1031 w 1169"/>
                <a:gd name="T9" fmla="*/ 436 h 1170"/>
                <a:gd name="T10" fmla="*/ 998 w 1169"/>
                <a:gd name="T11" fmla="*/ 359 h 1170"/>
                <a:gd name="T12" fmla="*/ 1074 w 1169"/>
                <a:gd name="T13" fmla="*/ 263 h 1170"/>
                <a:gd name="T14" fmla="*/ 1008 w 1169"/>
                <a:gd name="T15" fmla="*/ 180 h 1170"/>
                <a:gd name="T16" fmla="*/ 897 w 1169"/>
                <a:gd name="T17" fmla="*/ 233 h 1170"/>
                <a:gd name="T18" fmla="*/ 829 w 1169"/>
                <a:gd name="T19" fmla="*/ 183 h 1170"/>
                <a:gd name="T20" fmla="*/ 847 w 1169"/>
                <a:gd name="T21" fmla="*/ 62 h 1170"/>
                <a:gd name="T22" fmla="*/ 749 w 1169"/>
                <a:gd name="T23" fmla="*/ 23 h 1170"/>
                <a:gd name="T24" fmla="*/ 679 w 1169"/>
                <a:gd name="T25" fmla="*/ 124 h 1170"/>
                <a:gd name="T26" fmla="*/ 596 w 1169"/>
                <a:gd name="T27" fmla="*/ 114 h 1170"/>
                <a:gd name="T28" fmla="*/ 550 w 1169"/>
                <a:gd name="T29" fmla="*/ 0 h 1170"/>
                <a:gd name="T30" fmla="*/ 454 w 1169"/>
                <a:gd name="T31" fmla="*/ 14 h 1170"/>
                <a:gd name="T32" fmla="*/ 446 w 1169"/>
                <a:gd name="T33" fmla="*/ 16 h 1170"/>
                <a:gd name="T34" fmla="*/ 436 w 1169"/>
                <a:gd name="T35" fmla="*/ 139 h 1170"/>
                <a:gd name="T36" fmla="*/ 359 w 1169"/>
                <a:gd name="T37" fmla="*/ 172 h 1170"/>
                <a:gd name="T38" fmla="*/ 262 w 1169"/>
                <a:gd name="T39" fmla="*/ 96 h 1170"/>
                <a:gd name="T40" fmla="*/ 180 w 1169"/>
                <a:gd name="T41" fmla="*/ 162 h 1170"/>
                <a:gd name="T42" fmla="*/ 232 w 1169"/>
                <a:gd name="T43" fmla="*/ 273 h 1170"/>
                <a:gd name="T44" fmla="*/ 183 w 1169"/>
                <a:gd name="T45" fmla="*/ 340 h 1170"/>
                <a:gd name="T46" fmla="*/ 61 w 1169"/>
                <a:gd name="T47" fmla="*/ 323 h 1170"/>
                <a:gd name="T48" fmla="*/ 22 w 1169"/>
                <a:gd name="T49" fmla="*/ 421 h 1170"/>
                <a:gd name="T50" fmla="*/ 123 w 1169"/>
                <a:gd name="T51" fmla="*/ 491 h 1170"/>
                <a:gd name="T52" fmla="*/ 114 w 1169"/>
                <a:gd name="T53" fmla="*/ 574 h 1170"/>
                <a:gd name="T54" fmla="*/ 0 w 1169"/>
                <a:gd name="T55" fmla="*/ 619 h 1170"/>
                <a:gd name="T56" fmla="*/ 14 w 1169"/>
                <a:gd name="T57" fmla="*/ 716 h 1170"/>
                <a:gd name="T58" fmla="*/ 16 w 1169"/>
                <a:gd name="T59" fmla="*/ 724 h 1170"/>
                <a:gd name="T60" fmla="*/ 138 w 1169"/>
                <a:gd name="T61" fmla="*/ 734 h 1170"/>
                <a:gd name="T62" fmla="*/ 171 w 1169"/>
                <a:gd name="T63" fmla="*/ 811 h 1170"/>
                <a:gd name="T64" fmla="*/ 95 w 1169"/>
                <a:gd name="T65" fmla="*/ 907 h 1170"/>
                <a:gd name="T66" fmla="*/ 161 w 1169"/>
                <a:gd name="T67" fmla="*/ 990 h 1170"/>
                <a:gd name="T68" fmla="*/ 272 w 1169"/>
                <a:gd name="T69" fmla="*/ 937 h 1170"/>
                <a:gd name="T70" fmla="*/ 340 w 1169"/>
                <a:gd name="T71" fmla="*/ 987 h 1170"/>
                <a:gd name="T72" fmla="*/ 322 w 1169"/>
                <a:gd name="T73" fmla="*/ 1109 h 1170"/>
                <a:gd name="T74" fmla="*/ 420 w 1169"/>
                <a:gd name="T75" fmla="*/ 1147 h 1170"/>
                <a:gd name="T76" fmla="*/ 490 w 1169"/>
                <a:gd name="T77" fmla="*/ 1046 h 1170"/>
                <a:gd name="T78" fmla="*/ 574 w 1169"/>
                <a:gd name="T79" fmla="*/ 1056 h 1170"/>
                <a:gd name="T80" fmla="*/ 619 w 1169"/>
                <a:gd name="T81" fmla="*/ 1170 h 1170"/>
                <a:gd name="T82" fmla="*/ 715 w 1169"/>
                <a:gd name="T83" fmla="*/ 1156 h 1170"/>
                <a:gd name="T84" fmla="*/ 723 w 1169"/>
                <a:gd name="T85" fmla="*/ 1154 h 1170"/>
                <a:gd name="T86" fmla="*/ 733 w 1169"/>
                <a:gd name="T87" fmla="*/ 1032 h 1170"/>
                <a:gd name="T88" fmla="*/ 810 w 1169"/>
                <a:gd name="T89" fmla="*/ 998 h 1170"/>
                <a:gd name="T90" fmla="*/ 907 w 1169"/>
                <a:gd name="T91" fmla="*/ 1074 h 1170"/>
                <a:gd name="T92" fmla="*/ 989 w 1169"/>
                <a:gd name="T93" fmla="*/ 1008 h 1170"/>
                <a:gd name="T94" fmla="*/ 937 w 1169"/>
                <a:gd name="T95" fmla="*/ 897 h 1170"/>
                <a:gd name="T96" fmla="*/ 987 w 1169"/>
                <a:gd name="T97" fmla="*/ 830 h 1170"/>
                <a:gd name="T98" fmla="*/ 1108 w 1169"/>
                <a:gd name="T99" fmla="*/ 848 h 1170"/>
                <a:gd name="T100" fmla="*/ 1147 w 1169"/>
                <a:gd name="T101" fmla="*/ 749 h 1170"/>
                <a:gd name="T102" fmla="*/ 1046 w 1169"/>
                <a:gd name="T103" fmla="*/ 679 h 1170"/>
                <a:gd name="T104" fmla="*/ 1055 w 1169"/>
                <a:gd name="T105" fmla="*/ 596 h 1170"/>
                <a:gd name="T106" fmla="*/ 657 w 1169"/>
                <a:gd name="T107" fmla="*/ 901 h 1170"/>
                <a:gd name="T108" fmla="*/ 584 w 1169"/>
                <a:gd name="T109" fmla="*/ 909 h 1170"/>
                <a:gd name="T110" fmla="*/ 384 w 1169"/>
                <a:gd name="T111" fmla="*/ 839 h 1170"/>
                <a:gd name="T112" fmla="*/ 269 w 1169"/>
                <a:gd name="T113" fmla="*/ 657 h 1170"/>
                <a:gd name="T114" fmla="*/ 310 w 1169"/>
                <a:gd name="T115" fmla="*/ 413 h 1170"/>
                <a:gd name="T116" fmla="*/ 512 w 1169"/>
                <a:gd name="T117" fmla="*/ 270 h 1170"/>
                <a:gd name="T118" fmla="*/ 585 w 1169"/>
                <a:gd name="T119" fmla="*/ 261 h 1170"/>
                <a:gd name="T120" fmla="*/ 785 w 1169"/>
                <a:gd name="T121" fmla="*/ 331 h 1170"/>
                <a:gd name="T122" fmla="*/ 900 w 1169"/>
                <a:gd name="T123" fmla="*/ 513 h 1170"/>
                <a:gd name="T124" fmla="*/ 657 w 1169"/>
                <a:gd name="T125" fmla="*/ 901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69" h="117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grpSp>
      <p:sp>
        <p:nvSpPr>
          <p:cNvPr id="41" name="Freeform 10"/>
          <p:cNvSpPr/>
          <p:nvPr/>
        </p:nvSpPr>
        <p:spPr bwMode="auto">
          <a:xfrm>
            <a:off x="842090" y="1923393"/>
            <a:ext cx="1085665" cy="1087521"/>
          </a:xfrm>
          <a:custGeom>
            <a:avLst/>
            <a:gdLst>
              <a:gd name="T0" fmla="*/ 338 w 494"/>
              <a:gd name="T1" fmla="*/ 112 h 494"/>
              <a:gd name="T2" fmla="*/ 494 w 494"/>
              <a:gd name="T3" fmla="*/ 26 h 494"/>
              <a:gd name="T4" fmla="*/ 494 w 494"/>
              <a:gd name="T5" fmla="*/ 26 h 494"/>
              <a:gd name="T6" fmla="*/ 494 w 494"/>
              <a:gd name="T7" fmla="*/ 25 h 494"/>
              <a:gd name="T8" fmla="*/ 494 w 494"/>
              <a:gd name="T9" fmla="*/ 25 h 494"/>
              <a:gd name="T10" fmla="*/ 494 w 494"/>
              <a:gd name="T11" fmla="*/ 25 h 494"/>
              <a:gd name="T12" fmla="*/ 296 w 494"/>
              <a:gd name="T13" fmla="*/ 8 h 494"/>
              <a:gd name="T14" fmla="*/ 313 w 494"/>
              <a:gd name="T15" fmla="*/ 18 h 494"/>
              <a:gd name="T16" fmla="*/ 329 w 494"/>
              <a:gd name="T17" fmla="*/ 28 h 494"/>
              <a:gd name="T18" fmla="*/ 327 w 494"/>
              <a:gd name="T19" fmla="*/ 29 h 494"/>
              <a:gd name="T20" fmla="*/ 321 w 494"/>
              <a:gd name="T21" fmla="*/ 31 h 494"/>
              <a:gd name="T22" fmla="*/ 298 w 494"/>
              <a:gd name="T23" fmla="*/ 40 h 494"/>
              <a:gd name="T24" fmla="*/ 290 w 494"/>
              <a:gd name="T25" fmla="*/ 44 h 494"/>
              <a:gd name="T26" fmla="*/ 278 w 494"/>
              <a:gd name="T27" fmla="*/ 50 h 494"/>
              <a:gd name="T28" fmla="*/ 266 w 494"/>
              <a:gd name="T29" fmla="*/ 56 h 494"/>
              <a:gd name="T30" fmla="*/ 240 w 494"/>
              <a:gd name="T31" fmla="*/ 70 h 494"/>
              <a:gd name="T32" fmla="*/ 228 w 494"/>
              <a:gd name="T33" fmla="*/ 78 h 494"/>
              <a:gd name="T34" fmla="*/ 215 w 494"/>
              <a:gd name="T35" fmla="*/ 86 h 494"/>
              <a:gd name="T36" fmla="*/ 190 w 494"/>
              <a:gd name="T37" fmla="*/ 105 h 494"/>
              <a:gd name="T38" fmla="*/ 177 w 494"/>
              <a:gd name="T39" fmla="*/ 115 h 494"/>
              <a:gd name="T40" fmla="*/ 165 w 494"/>
              <a:gd name="T41" fmla="*/ 125 h 494"/>
              <a:gd name="T42" fmla="*/ 119 w 494"/>
              <a:gd name="T43" fmla="*/ 172 h 494"/>
              <a:gd name="T44" fmla="*/ 49 w 494"/>
              <a:gd name="T45" fmla="*/ 279 h 494"/>
              <a:gd name="T46" fmla="*/ 12 w 494"/>
              <a:gd name="T47" fmla="*/ 385 h 494"/>
              <a:gd name="T48" fmla="*/ 1 w 494"/>
              <a:gd name="T49" fmla="*/ 464 h 494"/>
              <a:gd name="T50" fmla="*/ 0 w 494"/>
              <a:gd name="T51" fmla="*/ 486 h 494"/>
              <a:gd name="T52" fmla="*/ 0 w 494"/>
              <a:gd name="T53" fmla="*/ 494 h 494"/>
              <a:gd name="T54" fmla="*/ 51 w 494"/>
              <a:gd name="T55" fmla="*/ 494 h 494"/>
              <a:gd name="T56" fmla="*/ 51 w 494"/>
              <a:gd name="T57" fmla="*/ 487 h 494"/>
              <a:gd name="T58" fmla="*/ 52 w 494"/>
              <a:gd name="T59" fmla="*/ 467 h 494"/>
              <a:gd name="T60" fmla="*/ 62 w 494"/>
              <a:gd name="T61" fmla="*/ 396 h 494"/>
              <a:gd name="T62" fmla="*/ 95 w 494"/>
              <a:gd name="T63" fmla="*/ 302 h 494"/>
              <a:gd name="T64" fmla="*/ 158 w 494"/>
              <a:gd name="T65" fmla="*/ 205 h 494"/>
              <a:gd name="T66" fmla="*/ 199 w 494"/>
              <a:gd name="T67" fmla="*/ 164 h 494"/>
              <a:gd name="T68" fmla="*/ 210 w 494"/>
              <a:gd name="T69" fmla="*/ 154 h 494"/>
              <a:gd name="T70" fmla="*/ 221 w 494"/>
              <a:gd name="T71" fmla="*/ 145 h 494"/>
              <a:gd name="T72" fmla="*/ 244 w 494"/>
              <a:gd name="T73" fmla="*/ 128 h 494"/>
              <a:gd name="T74" fmla="*/ 255 w 494"/>
              <a:gd name="T75" fmla="*/ 121 h 494"/>
              <a:gd name="T76" fmla="*/ 266 w 494"/>
              <a:gd name="T77" fmla="*/ 114 h 494"/>
              <a:gd name="T78" fmla="*/ 289 w 494"/>
              <a:gd name="T79" fmla="*/ 101 h 494"/>
              <a:gd name="T80" fmla="*/ 300 w 494"/>
              <a:gd name="T81" fmla="*/ 95 h 494"/>
              <a:gd name="T82" fmla="*/ 311 w 494"/>
              <a:gd name="T83" fmla="*/ 90 h 494"/>
              <a:gd name="T84" fmla="*/ 318 w 494"/>
              <a:gd name="T85" fmla="*/ 87 h 494"/>
              <a:gd name="T86" fmla="*/ 338 w 494"/>
              <a:gd name="T87" fmla="*/ 79 h 494"/>
              <a:gd name="T88" fmla="*/ 344 w 494"/>
              <a:gd name="T89" fmla="*/ 77 h 494"/>
              <a:gd name="T90" fmla="*/ 346 w 494"/>
              <a:gd name="T91" fmla="*/ 76 h 494"/>
              <a:gd name="T92" fmla="*/ 342 w 494"/>
              <a:gd name="T93" fmla="*/ 94 h 494"/>
              <a:gd name="T94" fmla="*/ 338 w 494"/>
              <a:gd name="T95" fmla="*/ 112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4" h="494">
                <a:moveTo>
                  <a:pt x="338" y="112"/>
                </a:moveTo>
                <a:cubicBezTo>
                  <a:pt x="380" y="75"/>
                  <a:pt x="433" y="44"/>
                  <a:pt x="494" y="26"/>
                </a:cubicBezTo>
                <a:cubicBezTo>
                  <a:pt x="494" y="26"/>
                  <a:pt x="494" y="26"/>
                  <a:pt x="494" y="26"/>
                </a:cubicBezTo>
                <a:cubicBezTo>
                  <a:pt x="494" y="25"/>
                  <a:pt x="494" y="25"/>
                  <a:pt x="494" y="25"/>
                </a:cubicBezTo>
                <a:cubicBezTo>
                  <a:pt x="494" y="25"/>
                  <a:pt x="494" y="25"/>
                  <a:pt x="494" y="25"/>
                </a:cubicBezTo>
                <a:cubicBezTo>
                  <a:pt x="494" y="25"/>
                  <a:pt x="494" y="25"/>
                  <a:pt x="494" y="25"/>
                </a:cubicBezTo>
                <a:cubicBezTo>
                  <a:pt x="433" y="7"/>
                  <a:pt x="366" y="0"/>
                  <a:pt x="296" y="8"/>
                </a:cubicBezTo>
                <a:cubicBezTo>
                  <a:pt x="296" y="8"/>
                  <a:pt x="305" y="13"/>
                  <a:pt x="313" y="18"/>
                </a:cubicBezTo>
                <a:cubicBezTo>
                  <a:pt x="321" y="23"/>
                  <a:pt x="329" y="28"/>
                  <a:pt x="329" y="28"/>
                </a:cubicBezTo>
                <a:cubicBezTo>
                  <a:pt x="329" y="28"/>
                  <a:pt x="328" y="28"/>
                  <a:pt x="327" y="29"/>
                </a:cubicBezTo>
                <a:cubicBezTo>
                  <a:pt x="325" y="29"/>
                  <a:pt x="323" y="30"/>
                  <a:pt x="321" y="31"/>
                </a:cubicBezTo>
                <a:cubicBezTo>
                  <a:pt x="315" y="34"/>
                  <a:pt x="307" y="36"/>
                  <a:pt x="298" y="40"/>
                </a:cubicBezTo>
                <a:cubicBezTo>
                  <a:pt x="296" y="42"/>
                  <a:pt x="293" y="43"/>
                  <a:pt x="290" y="44"/>
                </a:cubicBezTo>
                <a:cubicBezTo>
                  <a:pt x="286" y="46"/>
                  <a:pt x="282" y="48"/>
                  <a:pt x="278" y="50"/>
                </a:cubicBezTo>
                <a:cubicBezTo>
                  <a:pt x="274" y="52"/>
                  <a:pt x="270" y="54"/>
                  <a:pt x="266" y="56"/>
                </a:cubicBezTo>
                <a:cubicBezTo>
                  <a:pt x="257" y="60"/>
                  <a:pt x="249" y="65"/>
                  <a:pt x="240" y="70"/>
                </a:cubicBezTo>
                <a:cubicBezTo>
                  <a:pt x="236" y="72"/>
                  <a:pt x="232" y="75"/>
                  <a:pt x="228" y="78"/>
                </a:cubicBezTo>
                <a:cubicBezTo>
                  <a:pt x="223" y="81"/>
                  <a:pt x="219" y="83"/>
                  <a:pt x="215" y="86"/>
                </a:cubicBezTo>
                <a:cubicBezTo>
                  <a:pt x="207" y="92"/>
                  <a:pt x="198" y="98"/>
                  <a:pt x="190" y="105"/>
                </a:cubicBezTo>
                <a:cubicBezTo>
                  <a:pt x="186" y="108"/>
                  <a:pt x="181" y="111"/>
                  <a:pt x="177" y="115"/>
                </a:cubicBezTo>
                <a:cubicBezTo>
                  <a:pt x="173" y="118"/>
                  <a:pt x="169" y="122"/>
                  <a:pt x="165" y="125"/>
                </a:cubicBezTo>
                <a:cubicBezTo>
                  <a:pt x="149" y="140"/>
                  <a:pt x="133" y="155"/>
                  <a:pt x="119" y="172"/>
                </a:cubicBezTo>
                <a:cubicBezTo>
                  <a:pt x="91" y="205"/>
                  <a:pt x="67" y="242"/>
                  <a:pt x="49" y="279"/>
                </a:cubicBezTo>
                <a:cubicBezTo>
                  <a:pt x="31" y="316"/>
                  <a:pt x="19" y="353"/>
                  <a:pt x="12" y="385"/>
                </a:cubicBezTo>
                <a:cubicBezTo>
                  <a:pt x="5" y="417"/>
                  <a:pt x="2" y="445"/>
                  <a:pt x="1" y="464"/>
                </a:cubicBezTo>
                <a:cubicBezTo>
                  <a:pt x="0" y="473"/>
                  <a:pt x="0" y="481"/>
                  <a:pt x="0" y="486"/>
                </a:cubicBezTo>
                <a:cubicBezTo>
                  <a:pt x="0" y="491"/>
                  <a:pt x="0" y="494"/>
                  <a:pt x="0" y="494"/>
                </a:cubicBezTo>
                <a:cubicBezTo>
                  <a:pt x="51" y="494"/>
                  <a:pt x="51" y="494"/>
                  <a:pt x="51" y="494"/>
                </a:cubicBezTo>
                <a:cubicBezTo>
                  <a:pt x="51" y="494"/>
                  <a:pt x="51" y="491"/>
                  <a:pt x="51" y="487"/>
                </a:cubicBezTo>
                <a:cubicBezTo>
                  <a:pt x="51" y="482"/>
                  <a:pt x="51" y="475"/>
                  <a:pt x="52" y="467"/>
                </a:cubicBezTo>
                <a:cubicBezTo>
                  <a:pt x="53" y="450"/>
                  <a:pt x="55" y="425"/>
                  <a:pt x="62" y="396"/>
                </a:cubicBezTo>
                <a:cubicBezTo>
                  <a:pt x="68" y="368"/>
                  <a:pt x="79" y="335"/>
                  <a:pt x="95" y="302"/>
                </a:cubicBezTo>
                <a:cubicBezTo>
                  <a:pt x="111" y="269"/>
                  <a:pt x="132" y="235"/>
                  <a:pt x="158" y="205"/>
                </a:cubicBezTo>
                <a:cubicBezTo>
                  <a:pt x="171" y="190"/>
                  <a:pt x="185" y="177"/>
                  <a:pt x="199" y="164"/>
                </a:cubicBezTo>
                <a:cubicBezTo>
                  <a:pt x="203" y="160"/>
                  <a:pt x="206" y="157"/>
                  <a:pt x="210" y="154"/>
                </a:cubicBezTo>
                <a:cubicBezTo>
                  <a:pt x="213" y="151"/>
                  <a:pt x="217" y="148"/>
                  <a:pt x="221" y="145"/>
                </a:cubicBezTo>
                <a:cubicBezTo>
                  <a:pt x="228" y="139"/>
                  <a:pt x="236" y="134"/>
                  <a:pt x="244" y="128"/>
                </a:cubicBezTo>
                <a:cubicBezTo>
                  <a:pt x="247" y="126"/>
                  <a:pt x="251" y="123"/>
                  <a:pt x="255" y="121"/>
                </a:cubicBezTo>
                <a:cubicBezTo>
                  <a:pt x="259" y="119"/>
                  <a:pt x="263" y="116"/>
                  <a:pt x="266" y="114"/>
                </a:cubicBezTo>
                <a:cubicBezTo>
                  <a:pt x="274" y="110"/>
                  <a:pt x="281" y="105"/>
                  <a:pt x="289" y="101"/>
                </a:cubicBezTo>
                <a:cubicBezTo>
                  <a:pt x="293" y="99"/>
                  <a:pt x="297" y="97"/>
                  <a:pt x="300" y="95"/>
                </a:cubicBezTo>
                <a:cubicBezTo>
                  <a:pt x="304" y="94"/>
                  <a:pt x="308" y="92"/>
                  <a:pt x="311" y="90"/>
                </a:cubicBezTo>
                <a:cubicBezTo>
                  <a:pt x="314" y="89"/>
                  <a:pt x="316" y="88"/>
                  <a:pt x="318" y="87"/>
                </a:cubicBezTo>
                <a:cubicBezTo>
                  <a:pt x="327" y="84"/>
                  <a:pt x="334" y="81"/>
                  <a:pt x="338" y="79"/>
                </a:cubicBezTo>
                <a:cubicBezTo>
                  <a:pt x="341" y="78"/>
                  <a:pt x="343" y="77"/>
                  <a:pt x="344" y="77"/>
                </a:cubicBezTo>
                <a:cubicBezTo>
                  <a:pt x="345" y="77"/>
                  <a:pt x="346" y="76"/>
                  <a:pt x="346" y="76"/>
                </a:cubicBezTo>
                <a:cubicBezTo>
                  <a:pt x="346" y="76"/>
                  <a:pt x="344" y="85"/>
                  <a:pt x="342" y="94"/>
                </a:cubicBezTo>
                <a:cubicBezTo>
                  <a:pt x="340" y="103"/>
                  <a:pt x="338" y="112"/>
                  <a:pt x="338" y="112"/>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2" name="Freeform 11"/>
          <p:cNvSpPr/>
          <p:nvPr/>
        </p:nvSpPr>
        <p:spPr bwMode="auto">
          <a:xfrm>
            <a:off x="4941636" y="411884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3" name="Freeform 12"/>
          <p:cNvSpPr/>
          <p:nvPr/>
        </p:nvSpPr>
        <p:spPr bwMode="auto">
          <a:xfrm>
            <a:off x="5371035" y="2246420"/>
            <a:ext cx="358177" cy="1263825"/>
          </a:xfrm>
          <a:custGeom>
            <a:avLst/>
            <a:gdLst>
              <a:gd name="T0" fmla="*/ 152 w 163"/>
              <a:gd name="T1" fmla="*/ 128 h 574"/>
              <a:gd name="T2" fmla="*/ 0 w 163"/>
              <a:gd name="T3" fmla="*/ 1 h 574"/>
              <a:gd name="T4" fmla="*/ 0 w 163"/>
              <a:gd name="T5" fmla="*/ 0 h 574"/>
              <a:gd name="T6" fmla="*/ 0 w 163"/>
              <a:gd name="T7" fmla="*/ 0 h 574"/>
              <a:gd name="T8" fmla="*/ 0 w 163"/>
              <a:gd name="T9" fmla="*/ 0 h 574"/>
              <a:gd name="T10" fmla="*/ 0 w 163"/>
              <a:gd name="T11" fmla="*/ 1 h 574"/>
              <a:gd name="T12" fmla="*/ 49 w 163"/>
              <a:gd name="T13" fmla="*/ 171 h 574"/>
              <a:gd name="T14" fmla="*/ 59 w 163"/>
              <a:gd name="T15" fmla="*/ 156 h 574"/>
              <a:gd name="T16" fmla="*/ 68 w 163"/>
              <a:gd name="T17" fmla="*/ 141 h 574"/>
              <a:gd name="T18" fmla="*/ 72 w 163"/>
              <a:gd name="T19" fmla="*/ 148 h 574"/>
              <a:gd name="T20" fmla="*/ 80 w 163"/>
              <a:gd name="T21" fmla="*/ 168 h 574"/>
              <a:gd name="T22" fmla="*/ 82 w 163"/>
              <a:gd name="T23" fmla="*/ 171 h 574"/>
              <a:gd name="T24" fmla="*/ 83 w 163"/>
              <a:gd name="T25" fmla="*/ 175 h 574"/>
              <a:gd name="T26" fmla="*/ 89 w 163"/>
              <a:gd name="T27" fmla="*/ 193 h 574"/>
              <a:gd name="T28" fmla="*/ 95 w 163"/>
              <a:gd name="T29" fmla="*/ 212 h 574"/>
              <a:gd name="T30" fmla="*/ 98 w 163"/>
              <a:gd name="T31" fmla="*/ 221 h 574"/>
              <a:gd name="T32" fmla="*/ 100 w 163"/>
              <a:gd name="T33" fmla="*/ 232 h 574"/>
              <a:gd name="T34" fmla="*/ 108 w 163"/>
              <a:gd name="T35" fmla="*/ 274 h 574"/>
              <a:gd name="T36" fmla="*/ 111 w 163"/>
              <a:gd name="T37" fmla="*/ 319 h 574"/>
              <a:gd name="T38" fmla="*/ 86 w 163"/>
              <a:gd name="T39" fmla="*/ 481 h 574"/>
              <a:gd name="T40" fmla="*/ 64 w 163"/>
              <a:gd name="T41" fmla="*/ 530 h 574"/>
              <a:gd name="T42" fmla="*/ 57 w 163"/>
              <a:gd name="T43" fmla="*/ 544 h 574"/>
              <a:gd name="T44" fmla="*/ 55 w 163"/>
              <a:gd name="T45" fmla="*/ 549 h 574"/>
              <a:gd name="T46" fmla="*/ 99 w 163"/>
              <a:gd name="T47" fmla="*/ 574 h 574"/>
              <a:gd name="T48" fmla="*/ 102 w 163"/>
              <a:gd name="T49" fmla="*/ 568 h 574"/>
              <a:gd name="T50" fmla="*/ 110 w 163"/>
              <a:gd name="T51" fmla="*/ 553 h 574"/>
              <a:gd name="T52" fmla="*/ 134 w 163"/>
              <a:gd name="T53" fmla="*/ 498 h 574"/>
              <a:gd name="T54" fmla="*/ 155 w 163"/>
              <a:gd name="T55" fmla="*/ 415 h 574"/>
              <a:gd name="T56" fmla="*/ 161 w 163"/>
              <a:gd name="T57" fmla="*/ 367 h 574"/>
              <a:gd name="T58" fmla="*/ 162 w 163"/>
              <a:gd name="T59" fmla="*/ 317 h 574"/>
              <a:gd name="T60" fmla="*/ 158 w 163"/>
              <a:gd name="T61" fmla="*/ 268 h 574"/>
              <a:gd name="T62" fmla="*/ 150 w 163"/>
              <a:gd name="T63" fmla="*/ 220 h 574"/>
              <a:gd name="T64" fmla="*/ 147 w 163"/>
              <a:gd name="T65" fmla="*/ 209 h 574"/>
              <a:gd name="T66" fmla="*/ 144 w 163"/>
              <a:gd name="T67" fmla="*/ 198 h 574"/>
              <a:gd name="T68" fmla="*/ 138 w 163"/>
              <a:gd name="T69" fmla="*/ 177 h 574"/>
              <a:gd name="T70" fmla="*/ 131 w 163"/>
              <a:gd name="T71" fmla="*/ 157 h 574"/>
              <a:gd name="T72" fmla="*/ 129 w 163"/>
              <a:gd name="T73" fmla="*/ 153 h 574"/>
              <a:gd name="T74" fmla="*/ 128 w 163"/>
              <a:gd name="T75" fmla="*/ 149 h 574"/>
              <a:gd name="T76" fmla="*/ 118 w 163"/>
              <a:gd name="T77" fmla="*/ 127 h 574"/>
              <a:gd name="T78" fmla="*/ 114 w 163"/>
              <a:gd name="T79" fmla="*/ 119 h 574"/>
              <a:gd name="T80" fmla="*/ 133 w 163"/>
              <a:gd name="T81" fmla="*/ 123 h 574"/>
              <a:gd name="T82" fmla="*/ 152 w 163"/>
              <a:gd name="T83" fmla="*/ 128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4">
                <a:moveTo>
                  <a:pt x="152" y="128"/>
                </a:moveTo>
                <a:cubicBezTo>
                  <a:pt x="109" y="73"/>
                  <a:pt x="56" y="30"/>
                  <a:pt x="0" y="1"/>
                </a:cubicBezTo>
                <a:cubicBezTo>
                  <a:pt x="0" y="0"/>
                  <a:pt x="0" y="0"/>
                  <a:pt x="0" y="0"/>
                </a:cubicBezTo>
                <a:cubicBezTo>
                  <a:pt x="0" y="0"/>
                  <a:pt x="0" y="0"/>
                  <a:pt x="0" y="0"/>
                </a:cubicBezTo>
                <a:cubicBezTo>
                  <a:pt x="0" y="0"/>
                  <a:pt x="0" y="0"/>
                  <a:pt x="0" y="0"/>
                </a:cubicBezTo>
                <a:cubicBezTo>
                  <a:pt x="0" y="1"/>
                  <a:pt x="0" y="1"/>
                  <a:pt x="0" y="1"/>
                </a:cubicBezTo>
                <a:cubicBezTo>
                  <a:pt x="29" y="56"/>
                  <a:pt x="46" y="115"/>
                  <a:pt x="49" y="171"/>
                </a:cubicBezTo>
                <a:cubicBezTo>
                  <a:pt x="49" y="171"/>
                  <a:pt x="54" y="164"/>
                  <a:pt x="59" y="156"/>
                </a:cubicBezTo>
                <a:cubicBezTo>
                  <a:pt x="64" y="149"/>
                  <a:pt x="68" y="141"/>
                  <a:pt x="68" y="141"/>
                </a:cubicBezTo>
                <a:cubicBezTo>
                  <a:pt x="68" y="141"/>
                  <a:pt x="70" y="143"/>
                  <a:pt x="72" y="148"/>
                </a:cubicBezTo>
                <a:cubicBezTo>
                  <a:pt x="74" y="153"/>
                  <a:pt x="77" y="160"/>
                  <a:pt x="80" y="168"/>
                </a:cubicBezTo>
                <a:cubicBezTo>
                  <a:pt x="81" y="169"/>
                  <a:pt x="81" y="170"/>
                  <a:pt x="82" y="171"/>
                </a:cubicBezTo>
                <a:cubicBezTo>
                  <a:pt x="82" y="172"/>
                  <a:pt x="83" y="174"/>
                  <a:pt x="83" y="175"/>
                </a:cubicBezTo>
                <a:cubicBezTo>
                  <a:pt x="85" y="181"/>
                  <a:pt x="87" y="186"/>
                  <a:pt x="89" y="193"/>
                </a:cubicBezTo>
                <a:cubicBezTo>
                  <a:pt x="91" y="199"/>
                  <a:pt x="93" y="205"/>
                  <a:pt x="95" y="212"/>
                </a:cubicBezTo>
                <a:cubicBezTo>
                  <a:pt x="96" y="215"/>
                  <a:pt x="97" y="218"/>
                  <a:pt x="98" y="221"/>
                </a:cubicBezTo>
                <a:cubicBezTo>
                  <a:pt x="99" y="225"/>
                  <a:pt x="99" y="228"/>
                  <a:pt x="100" y="232"/>
                </a:cubicBezTo>
                <a:cubicBezTo>
                  <a:pt x="103" y="245"/>
                  <a:pt x="106" y="260"/>
                  <a:pt x="108" y="274"/>
                </a:cubicBezTo>
                <a:cubicBezTo>
                  <a:pt x="110" y="289"/>
                  <a:pt x="111" y="304"/>
                  <a:pt x="111" y="319"/>
                </a:cubicBezTo>
                <a:cubicBezTo>
                  <a:pt x="114" y="379"/>
                  <a:pt x="101" y="438"/>
                  <a:pt x="86" y="481"/>
                </a:cubicBezTo>
                <a:cubicBezTo>
                  <a:pt x="78" y="502"/>
                  <a:pt x="70" y="519"/>
                  <a:pt x="64" y="530"/>
                </a:cubicBezTo>
                <a:cubicBezTo>
                  <a:pt x="62" y="536"/>
                  <a:pt x="59" y="541"/>
                  <a:pt x="57" y="544"/>
                </a:cubicBezTo>
                <a:cubicBezTo>
                  <a:pt x="56" y="547"/>
                  <a:pt x="55" y="549"/>
                  <a:pt x="55" y="549"/>
                </a:cubicBezTo>
                <a:cubicBezTo>
                  <a:pt x="99" y="574"/>
                  <a:pt x="99" y="574"/>
                  <a:pt x="99" y="574"/>
                </a:cubicBezTo>
                <a:cubicBezTo>
                  <a:pt x="99" y="574"/>
                  <a:pt x="100" y="572"/>
                  <a:pt x="102" y="568"/>
                </a:cubicBezTo>
                <a:cubicBezTo>
                  <a:pt x="104" y="565"/>
                  <a:pt x="107" y="560"/>
                  <a:pt x="110" y="553"/>
                </a:cubicBezTo>
                <a:cubicBezTo>
                  <a:pt x="116" y="540"/>
                  <a:pt x="125" y="521"/>
                  <a:pt x="134" y="498"/>
                </a:cubicBezTo>
                <a:cubicBezTo>
                  <a:pt x="142" y="474"/>
                  <a:pt x="150" y="446"/>
                  <a:pt x="155" y="415"/>
                </a:cubicBezTo>
                <a:cubicBezTo>
                  <a:pt x="158" y="400"/>
                  <a:pt x="160" y="384"/>
                  <a:pt x="161" y="367"/>
                </a:cubicBezTo>
                <a:cubicBezTo>
                  <a:pt x="162" y="351"/>
                  <a:pt x="163" y="334"/>
                  <a:pt x="162" y="317"/>
                </a:cubicBezTo>
                <a:cubicBezTo>
                  <a:pt x="162" y="301"/>
                  <a:pt x="160" y="284"/>
                  <a:pt x="158" y="268"/>
                </a:cubicBezTo>
                <a:cubicBezTo>
                  <a:pt x="156" y="251"/>
                  <a:pt x="153" y="236"/>
                  <a:pt x="150" y="220"/>
                </a:cubicBezTo>
                <a:cubicBezTo>
                  <a:pt x="149" y="216"/>
                  <a:pt x="148" y="213"/>
                  <a:pt x="147" y="209"/>
                </a:cubicBezTo>
                <a:cubicBezTo>
                  <a:pt x="146" y="205"/>
                  <a:pt x="145" y="202"/>
                  <a:pt x="144" y="198"/>
                </a:cubicBezTo>
                <a:cubicBezTo>
                  <a:pt x="142" y="191"/>
                  <a:pt x="140" y="184"/>
                  <a:pt x="138" y="177"/>
                </a:cubicBezTo>
                <a:cubicBezTo>
                  <a:pt x="136" y="170"/>
                  <a:pt x="133" y="163"/>
                  <a:pt x="131" y="157"/>
                </a:cubicBezTo>
                <a:cubicBezTo>
                  <a:pt x="130" y="156"/>
                  <a:pt x="130" y="154"/>
                  <a:pt x="129" y="153"/>
                </a:cubicBezTo>
                <a:cubicBezTo>
                  <a:pt x="129" y="152"/>
                  <a:pt x="128" y="150"/>
                  <a:pt x="128" y="149"/>
                </a:cubicBezTo>
                <a:cubicBezTo>
                  <a:pt x="124" y="140"/>
                  <a:pt x="121" y="132"/>
                  <a:pt x="118" y="127"/>
                </a:cubicBezTo>
                <a:cubicBezTo>
                  <a:pt x="116" y="122"/>
                  <a:pt x="114" y="119"/>
                  <a:pt x="114" y="119"/>
                </a:cubicBezTo>
                <a:cubicBezTo>
                  <a:pt x="114" y="119"/>
                  <a:pt x="124" y="121"/>
                  <a:pt x="133" y="123"/>
                </a:cubicBezTo>
                <a:cubicBezTo>
                  <a:pt x="143" y="125"/>
                  <a:pt x="152" y="128"/>
                  <a:pt x="152" y="128"/>
                </a:cubicBezTo>
                <a:close/>
              </a:path>
            </a:pathLst>
          </a:custGeom>
          <a:solidFill>
            <a:schemeClr val="bg2"/>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nvGrpSpPr>
          <p:cNvPr id="44" name="Group 15"/>
          <p:cNvGrpSpPr/>
          <p:nvPr/>
        </p:nvGrpSpPr>
        <p:grpSpPr>
          <a:xfrm rot="20862303">
            <a:off x="3276504" y="3787852"/>
            <a:ext cx="1712939" cy="1714175"/>
            <a:chOff x="1455738" y="2371725"/>
            <a:chExt cx="2198688" cy="2200275"/>
          </a:xfrm>
          <a:solidFill>
            <a:srgbClr val="81B378"/>
          </a:solidFill>
        </p:grpSpPr>
        <p:sp>
          <p:nvSpPr>
            <p:cNvPr id="45" name="Freeform 16"/>
            <p:cNvSpPr/>
            <p:nvPr/>
          </p:nvSpPr>
          <p:spPr bwMode="auto">
            <a:xfrm>
              <a:off x="2035175" y="2967038"/>
              <a:ext cx="1071563" cy="1009650"/>
            </a:xfrm>
            <a:custGeom>
              <a:avLst/>
              <a:gdLst>
                <a:gd name="T0" fmla="*/ 277 w 570"/>
                <a:gd name="T1" fmla="*/ 0 h 536"/>
                <a:gd name="T2" fmla="*/ 217 w 570"/>
                <a:gd name="T3" fmla="*/ 7 h 536"/>
                <a:gd name="T4" fmla="*/ 50 w 570"/>
                <a:gd name="T5" fmla="*/ 126 h 536"/>
                <a:gd name="T6" fmla="*/ 16 w 570"/>
                <a:gd name="T7" fmla="*/ 328 h 536"/>
                <a:gd name="T8" fmla="*/ 276 w 570"/>
                <a:gd name="T9" fmla="*/ 536 h 536"/>
                <a:gd name="T10" fmla="*/ 336 w 570"/>
                <a:gd name="T11" fmla="*/ 529 h 536"/>
                <a:gd name="T12" fmla="*/ 538 w 570"/>
                <a:gd name="T13" fmla="*/ 208 h 536"/>
                <a:gd name="T14" fmla="*/ 277 w 570"/>
                <a:gd name="T15" fmla="*/ 0 h 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0" h="536">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sp>
          <p:nvSpPr>
            <p:cNvPr id="46" name="Freeform 17"/>
            <p:cNvSpPr>
              <a:spLocks noEditPoints="1"/>
            </p:cNvSpPr>
            <p:nvPr/>
          </p:nvSpPr>
          <p:spPr bwMode="auto">
            <a:xfrm>
              <a:off x="1455738" y="2371725"/>
              <a:ext cx="2198688" cy="2200275"/>
            </a:xfrm>
            <a:custGeom>
              <a:avLst/>
              <a:gdLst>
                <a:gd name="T0" fmla="*/ 1055 w 1169"/>
                <a:gd name="T1" fmla="*/ 596 h 1170"/>
                <a:gd name="T2" fmla="*/ 1169 w 1169"/>
                <a:gd name="T3" fmla="*/ 551 h 1170"/>
                <a:gd name="T4" fmla="*/ 1156 w 1169"/>
                <a:gd name="T5" fmla="*/ 455 h 1170"/>
                <a:gd name="T6" fmla="*/ 1153 w 1169"/>
                <a:gd name="T7" fmla="*/ 446 h 1170"/>
                <a:gd name="T8" fmla="*/ 1031 w 1169"/>
                <a:gd name="T9" fmla="*/ 436 h 1170"/>
                <a:gd name="T10" fmla="*/ 998 w 1169"/>
                <a:gd name="T11" fmla="*/ 359 h 1170"/>
                <a:gd name="T12" fmla="*/ 1074 w 1169"/>
                <a:gd name="T13" fmla="*/ 263 h 1170"/>
                <a:gd name="T14" fmla="*/ 1008 w 1169"/>
                <a:gd name="T15" fmla="*/ 180 h 1170"/>
                <a:gd name="T16" fmla="*/ 897 w 1169"/>
                <a:gd name="T17" fmla="*/ 233 h 1170"/>
                <a:gd name="T18" fmla="*/ 829 w 1169"/>
                <a:gd name="T19" fmla="*/ 183 h 1170"/>
                <a:gd name="T20" fmla="*/ 847 w 1169"/>
                <a:gd name="T21" fmla="*/ 62 h 1170"/>
                <a:gd name="T22" fmla="*/ 749 w 1169"/>
                <a:gd name="T23" fmla="*/ 23 h 1170"/>
                <a:gd name="T24" fmla="*/ 679 w 1169"/>
                <a:gd name="T25" fmla="*/ 124 h 1170"/>
                <a:gd name="T26" fmla="*/ 596 w 1169"/>
                <a:gd name="T27" fmla="*/ 114 h 1170"/>
                <a:gd name="T28" fmla="*/ 550 w 1169"/>
                <a:gd name="T29" fmla="*/ 0 h 1170"/>
                <a:gd name="T30" fmla="*/ 454 w 1169"/>
                <a:gd name="T31" fmla="*/ 14 h 1170"/>
                <a:gd name="T32" fmla="*/ 446 w 1169"/>
                <a:gd name="T33" fmla="*/ 16 h 1170"/>
                <a:gd name="T34" fmla="*/ 436 w 1169"/>
                <a:gd name="T35" fmla="*/ 139 h 1170"/>
                <a:gd name="T36" fmla="*/ 359 w 1169"/>
                <a:gd name="T37" fmla="*/ 172 h 1170"/>
                <a:gd name="T38" fmla="*/ 262 w 1169"/>
                <a:gd name="T39" fmla="*/ 96 h 1170"/>
                <a:gd name="T40" fmla="*/ 180 w 1169"/>
                <a:gd name="T41" fmla="*/ 162 h 1170"/>
                <a:gd name="T42" fmla="*/ 232 w 1169"/>
                <a:gd name="T43" fmla="*/ 273 h 1170"/>
                <a:gd name="T44" fmla="*/ 183 w 1169"/>
                <a:gd name="T45" fmla="*/ 340 h 1170"/>
                <a:gd name="T46" fmla="*/ 61 w 1169"/>
                <a:gd name="T47" fmla="*/ 323 h 1170"/>
                <a:gd name="T48" fmla="*/ 22 w 1169"/>
                <a:gd name="T49" fmla="*/ 421 h 1170"/>
                <a:gd name="T50" fmla="*/ 123 w 1169"/>
                <a:gd name="T51" fmla="*/ 491 h 1170"/>
                <a:gd name="T52" fmla="*/ 114 w 1169"/>
                <a:gd name="T53" fmla="*/ 574 h 1170"/>
                <a:gd name="T54" fmla="*/ 0 w 1169"/>
                <a:gd name="T55" fmla="*/ 619 h 1170"/>
                <a:gd name="T56" fmla="*/ 14 w 1169"/>
                <a:gd name="T57" fmla="*/ 716 h 1170"/>
                <a:gd name="T58" fmla="*/ 16 w 1169"/>
                <a:gd name="T59" fmla="*/ 724 h 1170"/>
                <a:gd name="T60" fmla="*/ 138 w 1169"/>
                <a:gd name="T61" fmla="*/ 734 h 1170"/>
                <a:gd name="T62" fmla="*/ 171 w 1169"/>
                <a:gd name="T63" fmla="*/ 811 h 1170"/>
                <a:gd name="T64" fmla="*/ 95 w 1169"/>
                <a:gd name="T65" fmla="*/ 907 h 1170"/>
                <a:gd name="T66" fmla="*/ 161 w 1169"/>
                <a:gd name="T67" fmla="*/ 990 h 1170"/>
                <a:gd name="T68" fmla="*/ 272 w 1169"/>
                <a:gd name="T69" fmla="*/ 937 h 1170"/>
                <a:gd name="T70" fmla="*/ 340 w 1169"/>
                <a:gd name="T71" fmla="*/ 987 h 1170"/>
                <a:gd name="T72" fmla="*/ 322 w 1169"/>
                <a:gd name="T73" fmla="*/ 1109 h 1170"/>
                <a:gd name="T74" fmla="*/ 420 w 1169"/>
                <a:gd name="T75" fmla="*/ 1147 h 1170"/>
                <a:gd name="T76" fmla="*/ 490 w 1169"/>
                <a:gd name="T77" fmla="*/ 1046 h 1170"/>
                <a:gd name="T78" fmla="*/ 574 w 1169"/>
                <a:gd name="T79" fmla="*/ 1056 h 1170"/>
                <a:gd name="T80" fmla="*/ 619 w 1169"/>
                <a:gd name="T81" fmla="*/ 1170 h 1170"/>
                <a:gd name="T82" fmla="*/ 715 w 1169"/>
                <a:gd name="T83" fmla="*/ 1156 h 1170"/>
                <a:gd name="T84" fmla="*/ 723 w 1169"/>
                <a:gd name="T85" fmla="*/ 1154 h 1170"/>
                <a:gd name="T86" fmla="*/ 733 w 1169"/>
                <a:gd name="T87" fmla="*/ 1032 h 1170"/>
                <a:gd name="T88" fmla="*/ 810 w 1169"/>
                <a:gd name="T89" fmla="*/ 998 h 1170"/>
                <a:gd name="T90" fmla="*/ 907 w 1169"/>
                <a:gd name="T91" fmla="*/ 1074 h 1170"/>
                <a:gd name="T92" fmla="*/ 989 w 1169"/>
                <a:gd name="T93" fmla="*/ 1008 h 1170"/>
                <a:gd name="T94" fmla="*/ 937 w 1169"/>
                <a:gd name="T95" fmla="*/ 897 h 1170"/>
                <a:gd name="T96" fmla="*/ 987 w 1169"/>
                <a:gd name="T97" fmla="*/ 830 h 1170"/>
                <a:gd name="T98" fmla="*/ 1108 w 1169"/>
                <a:gd name="T99" fmla="*/ 848 h 1170"/>
                <a:gd name="T100" fmla="*/ 1147 w 1169"/>
                <a:gd name="T101" fmla="*/ 749 h 1170"/>
                <a:gd name="T102" fmla="*/ 1046 w 1169"/>
                <a:gd name="T103" fmla="*/ 679 h 1170"/>
                <a:gd name="T104" fmla="*/ 1055 w 1169"/>
                <a:gd name="T105" fmla="*/ 596 h 1170"/>
                <a:gd name="T106" fmla="*/ 657 w 1169"/>
                <a:gd name="T107" fmla="*/ 901 h 1170"/>
                <a:gd name="T108" fmla="*/ 584 w 1169"/>
                <a:gd name="T109" fmla="*/ 909 h 1170"/>
                <a:gd name="T110" fmla="*/ 384 w 1169"/>
                <a:gd name="T111" fmla="*/ 839 h 1170"/>
                <a:gd name="T112" fmla="*/ 269 w 1169"/>
                <a:gd name="T113" fmla="*/ 657 h 1170"/>
                <a:gd name="T114" fmla="*/ 310 w 1169"/>
                <a:gd name="T115" fmla="*/ 413 h 1170"/>
                <a:gd name="T116" fmla="*/ 512 w 1169"/>
                <a:gd name="T117" fmla="*/ 270 h 1170"/>
                <a:gd name="T118" fmla="*/ 585 w 1169"/>
                <a:gd name="T119" fmla="*/ 261 h 1170"/>
                <a:gd name="T120" fmla="*/ 785 w 1169"/>
                <a:gd name="T121" fmla="*/ 331 h 1170"/>
                <a:gd name="T122" fmla="*/ 900 w 1169"/>
                <a:gd name="T123" fmla="*/ 513 h 1170"/>
                <a:gd name="T124" fmla="*/ 657 w 1169"/>
                <a:gd name="T125" fmla="*/ 901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69" h="117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id-ID">
                <a:solidFill>
                  <a:schemeClr val="lt1"/>
                </a:solidFill>
              </a:endParaRPr>
            </a:p>
          </p:txBody>
        </p:sp>
      </p:grpSp>
      <p:sp>
        <p:nvSpPr>
          <p:cNvPr id="47" name="Freeform 16"/>
          <p:cNvSpPr>
            <a:spLocks noEditPoints="1"/>
          </p:cNvSpPr>
          <p:nvPr/>
        </p:nvSpPr>
        <p:spPr bwMode="auto">
          <a:xfrm>
            <a:off x="2188647" y="3010914"/>
            <a:ext cx="560172" cy="632195"/>
          </a:xfrm>
          <a:custGeom>
            <a:avLst/>
            <a:gdLst>
              <a:gd name="T0" fmla="*/ 48 w 56"/>
              <a:gd name="T1" fmla="*/ 60 h 64"/>
              <a:gd name="T2" fmla="*/ 45 w 56"/>
              <a:gd name="T3" fmla="*/ 60 h 64"/>
              <a:gd name="T4" fmla="*/ 56 w 56"/>
              <a:gd name="T5" fmla="*/ 40 h 64"/>
              <a:gd name="T6" fmla="*/ 38 w 56"/>
              <a:gd name="T7" fmla="*/ 17 h 64"/>
              <a:gd name="T8" fmla="*/ 42 w 56"/>
              <a:gd name="T9" fmla="*/ 8 h 64"/>
              <a:gd name="T10" fmla="*/ 42 w 56"/>
              <a:gd name="T11" fmla="*/ 5 h 64"/>
              <a:gd name="T12" fmla="*/ 31 w 56"/>
              <a:gd name="T13" fmla="*/ 0 h 64"/>
              <a:gd name="T14" fmla="*/ 29 w 56"/>
              <a:gd name="T15" fmla="*/ 0 h 64"/>
              <a:gd name="T16" fmla="*/ 28 w 56"/>
              <a:gd name="T17" fmla="*/ 1 h 64"/>
              <a:gd name="T18" fmla="*/ 15 w 56"/>
              <a:gd name="T19" fmla="*/ 25 h 64"/>
              <a:gd name="T20" fmla="*/ 17 w 56"/>
              <a:gd name="T21" fmla="*/ 31 h 64"/>
              <a:gd name="T22" fmla="*/ 15 w 56"/>
              <a:gd name="T23" fmla="*/ 35 h 64"/>
              <a:gd name="T24" fmla="*/ 22 w 56"/>
              <a:gd name="T25" fmla="*/ 38 h 64"/>
              <a:gd name="T26" fmla="*/ 24 w 56"/>
              <a:gd name="T27" fmla="*/ 35 h 64"/>
              <a:gd name="T28" fmla="*/ 24 w 56"/>
              <a:gd name="T29" fmla="*/ 35 h 64"/>
              <a:gd name="T30" fmla="*/ 30 w 56"/>
              <a:gd name="T31" fmla="*/ 32 h 64"/>
              <a:gd name="T32" fmla="*/ 34 w 56"/>
              <a:gd name="T33" fmla="*/ 24 h 64"/>
              <a:gd name="T34" fmla="*/ 48 w 56"/>
              <a:gd name="T35" fmla="*/ 40 h 64"/>
              <a:gd name="T36" fmla="*/ 32 w 56"/>
              <a:gd name="T37" fmla="*/ 56 h 64"/>
              <a:gd name="T38" fmla="*/ 20 w 56"/>
              <a:gd name="T39" fmla="*/ 52 h 64"/>
              <a:gd name="T40" fmla="*/ 20 w 56"/>
              <a:gd name="T41" fmla="*/ 50 h 64"/>
              <a:gd name="T42" fmla="*/ 22 w 56"/>
              <a:gd name="T43" fmla="*/ 48 h 64"/>
              <a:gd name="T44" fmla="*/ 32 w 56"/>
              <a:gd name="T45" fmla="*/ 48 h 64"/>
              <a:gd name="T46" fmla="*/ 32 w 56"/>
              <a:gd name="T47" fmla="*/ 44 h 64"/>
              <a:gd name="T48" fmla="*/ 17 w 56"/>
              <a:gd name="T49" fmla="*/ 44 h 64"/>
              <a:gd name="T50" fmla="*/ 8 w 56"/>
              <a:gd name="T51" fmla="*/ 44 h 64"/>
              <a:gd name="T52" fmla="*/ 0 w 56"/>
              <a:gd name="T53" fmla="*/ 44 h 64"/>
              <a:gd name="T54" fmla="*/ 0 w 56"/>
              <a:gd name="T55" fmla="*/ 48 h 64"/>
              <a:gd name="T56" fmla="*/ 9 w 56"/>
              <a:gd name="T57" fmla="*/ 48 h 64"/>
              <a:gd name="T58" fmla="*/ 10 w 56"/>
              <a:gd name="T59" fmla="*/ 48 h 64"/>
              <a:gd name="T60" fmla="*/ 12 w 56"/>
              <a:gd name="T61" fmla="*/ 50 h 64"/>
              <a:gd name="T62" fmla="*/ 12 w 56"/>
              <a:gd name="T63" fmla="*/ 52 h 64"/>
              <a:gd name="T64" fmla="*/ 12 w 56"/>
              <a:gd name="T65" fmla="*/ 60 h 64"/>
              <a:gd name="T66" fmla="*/ 4 w 56"/>
              <a:gd name="T67" fmla="*/ 64 h 64"/>
              <a:gd name="T68" fmla="*/ 56 w 56"/>
              <a:gd name="T69" fmla="*/ 64 h 64"/>
              <a:gd name="T70" fmla="*/ 48 w 56"/>
              <a:gd name="T71" fmla="*/ 60 h 64"/>
              <a:gd name="T72" fmla="*/ 34 w 56"/>
              <a:gd name="T73" fmla="*/ 5 h 64"/>
              <a:gd name="T74" fmla="*/ 33 w 56"/>
              <a:gd name="T75" fmla="*/ 7 h 64"/>
              <a:gd name="T76" fmla="*/ 24 w 56"/>
              <a:gd name="T77" fmla="*/ 24 h 64"/>
              <a:gd name="T78" fmla="*/ 20 w 56"/>
              <a:gd name="T79" fmla="*/ 22 h 64"/>
              <a:gd name="T80" fmla="*/ 20 w 56"/>
              <a:gd name="T81" fmla="*/ 22 h 64"/>
              <a:gd name="T82" fmla="*/ 29 w 56"/>
              <a:gd name="T83" fmla="*/ 5 h 64"/>
              <a:gd name="T84" fmla="*/ 30 w 56"/>
              <a:gd name="T85" fmla="*/ 4 h 64"/>
              <a:gd name="T86" fmla="*/ 32 w 56"/>
              <a:gd name="T87" fmla="*/ 4 h 64"/>
              <a:gd name="T88" fmla="*/ 34 w 56"/>
              <a:gd name="T89" fmla="*/ 5 h 64"/>
              <a:gd name="T90" fmla="*/ 34 w 56"/>
              <a:gd name="T91"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64">
                <a:moveTo>
                  <a:pt x="48" y="60"/>
                </a:moveTo>
                <a:cubicBezTo>
                  <a:pt x="45" y="60"/>
                  <a:pt x="45" y="60"/>
                  <a:pt x="45" y="60"/>
                </a:cubicBezTo>
                <a:cubicBezTo>
                  <a:pt x="52" y="56"/>
                  <a:pt x="56" y="48"/>
                  <a:pt x="56" y="40"/>
                </a:cubicBezTo>
                <a:cubicBezTo>
                  <a:pt x="56" y="29"/>
                  <a:pt x="48" y="19"/>
                  <a:pt x="38" y="17"/>
                </a:cubicBezTo>
                <a:cubicBezTo>
                  <a:pt x="42" y="8"/>
                  <a:pt x="42" y="8"/>
                  <a:pt x="42" y="8"/>
                </a:cubicBezTo>
                <a:cubicBezTo>
                  <a:pt x="43" y="7"/>
                  <a:pt x="43" y="6"/>
                  <a:pt x="42" y="5"/>
                </a:cubicBezTo>
                <a:cubicBezTo>
                  <a:pt x="31" y="0"/>
                  <a:pt x="31" y="0"/>
                  <a:pt x="31" y="0"/>
                </a:cubicBezTo>
                <a:cubicBezTo>
                  <a:pt x="30" y="0"/>
                  <a:pt x="30" y="0"/>
                  <a:pt x="29" y="0"/>
                </a:cubicBezTo>
                <a:cubicBezTo>
                  <a:pt x="29" y="0"/>
                  <a:pt x="28" y="1"/>
                  <a:pt x="28" y="1"/>
                </a:cubicBezTo>
                <a:cubicBezTo>
                  <a:pt x="15" y="25"/>
                  <a:pt x="15" y="25"/>
                  <a:pt x="15" y="25"/>
                </a:cubicBezTo>
                <a:cubicBezTo>
                  <a:pt x="14" y="28"/>
                  <a:pt x="15" y="30"/>
                  <a:pt x="17" y="31"/>
                </a:cubicBezTo>
                <a:cubicBezTo>
                  <a:pt x="15" y="35"/>
                  <a:pt x="15" y="35"/>
                  <a:pt x="15" y="35"/>
                </a:cubicBezTo>
                <a:cubicBezTo>
                  <a:pt x="22" y="38"/>
                  <a:pt x="22" y="38"/>
                  <a:pt x="22" y="38"/>
                </a:cubicBezTo>
                <a:cubicBezTo>
                  <a:pt x="24" y="35"/>
                  <a:pt x="24" y="35"/>
                  <a:pt x="24" y="35"/>
                </a:cubicBezTo>
                <a:cubicBezTo>
                  <a:pt x="24" y="35"/>
                  <a:pt x="24" y="35"/>
                  <a:pt x="24" y="35"/>
                </a:cubicBezTo>
                <a:cubicBezTo>
                  <a:pt x="26" y="35"/>
                  <a:pt x="29" y="35"/>
                  <a:pt x="30" y="32"/>
                </a:cubicBezTo>
                <a:cubicBezTo>
                  <a:pt x="34" y="24"/>
                  <a:pt x="34" y="24"/>
                  <a:pt x="34" y="24"/>
                </a:cubicBezTo>
                <a:cubicBezTo>
                  <a:pt x="42" y="25"/>
                  <a:pt x="48" y="32"/>
                  <a:pt x="48" y="40"/>
                </a:cubicBezTo>
                <a:cubicBezTo>
                  <a:pt x="48" y="49"/>
                  <a:pt x="41" y="56"/>
                  <a:pt x="32" y="56"/>
                </a:cubicBezTo>
                <a:cubicBezTo>
                  <a:pt x="28" y="56"/>
                  <a:pt x="23" y="54"/>
                  <a:pt x="20" y="52"/>
                </a:cubicBezTo>
                <a:cubicBezTo>
                  <a:pt x="20" y="50"/>
                  <a:pt x="20" y="50"/>
                  <a:pt x="20" y="50"/>
                </a:cubicBezTo>
                <a:cubicBezTo>
                  <a:pt x="20" y="49"/>
                  <a:pt x="21" y="48"/>
                  <a:pt x="22" y="48"/>
                </a:cubicBezTo>
                <a:cubicBezTo>
                  <a:pt x="32" y="48"/>
                  <a:pt x="32" y="48"/>
                  <a:pt x="32" y="48"/>
                </a:cubicBezTo>
                <a:cubicBezTo>
                  <a:pt x="32" y="44"/>
                  <a:pt x="32" y="44"/>
                  <a:pt x="32" y="44"/>
                </a:cubicBezTo>
                <a:cubicBezTo>
                  <a:pt x="17" y="44"/>
                  <a:pt x="17" y="44"/>
                  <a:pt x="17" y="44"/>
                </a:cubicBezTo>
                <a:cubicBezTo>
                  <a:pt x="8" y="44"/>
                  <a:pt x="8" y="44"/>
                  <a:pt x="8" y="44"/>
                </a:cubicBezTo>
                <a:cubicBezTo>
                  <a:pt x="0" y="44"/>
                  <a:pt x="0" y="44"/>
                  <a:pt x="0" y="44"/>
                </a:cubicBezTo>
                <a:cubicBezTo>
                  <a:pt x="0" y="48"/>
                  <a:pt x="0" y="48"/>
                  <a:pt x="0" y="48"/>
                </a:cubicBezTo>
                <a:cubicBezTo>
                  <a:pt x="9" y="48"/>
                  <a:pt x="9" y="48"/>
                  <a:pt x="9" y="48"/>
                </a:cubicBezTo>
                <a:cubicBezTo>
                  <a:pt x="10" y="48"/>
                  <a:pt x="10" y="48"/>
                  <a:pt x="10" y="48"/>
                </a:cubicBezTo>
                <a:cubicBezTo>
                  <a:pt x="11" y="48"/>
                  <a:pt x="12" y="49"/>
                  <a:pt x="12" y="50"/>
                </a:cubicBezTo>
                <a:cubicBezTo>
                  <a:pt x="12" y="52"/>
                  <a:pt x="12" y="52"/>
                  <a:pt x="12" y="52"/>
                </a:cubicBezTo>
                <a:cubicBezTo>
                  <a:pt x="12" y="60"/>
                  <a:pt x="12" y="60"/>
                  <a:pt x="12" y="60"/>
                </a:cubicBezTo>
                <a:cubicBezTo>
                  <a:pt x="8" y="60"/>
                  <a:pt x="4" y="60"/>
                  <a:pt x="4" y="64"/>
                </a:cubicBezTo>
                <a:cubicBezTo>
                  <a:pt x="56" y="64"/>
                  <a:pt x="56" y="64"/>
                  <a:pt x="56" y="64"/>
                </a:cubicBezTo>
                <a:cubicBezTo>
                  <a:pt x="56" y="60"/>
                  <a:pt x="52" y="60"/>
                  <a:pt x="48" y="60"/>
                </a:cubicBezTo>
                <a:close/>
                <a:moveTo>
                  <a:pt x="34" y="5"/>
                </a:moveTo>
                <a:cubicBezTo>
                  <a:pt x="33" y="6"/>
                  <a:pt x="33" y="6"/>
                  <a:pt x="33" y="7"/>
                </a:cubicBezTo>
                <a:cubicBezTo>
                  <a:pt x="24" y="24"/>
                  <a:pt x="24" y="24"/>
                  <a:pt x="24" y="24"/>
                </a:cubicBezTo>
                <a:cubicBezTo>
                  <a:pt x="20" y="22"/>
                  <a:pt x="20" y="22"/>
                  <a:pt x="20" y="22"/>
                </a:cubicBezTo>
                <a:cubicBezTo>
                  <a:pt x="20" y="22"/>
                  <a:pt x="20" y="22"/>
                  <a:pt x="20" y="22"/>
                </a:cubicBezTo>
                <a:cubicBezTo>
                  <a:pt x="29" y="5"/>
                  <a:pt x="29" y="5"/>
                  <a:pt x="29" y="5"/>
                </a:cubicBezTo>
                <a:cubicBezTo>
                  <a:pt x="29" y="5"/>
                  <a:pt x="30" y="4"/>
                  <a:pt x="30" y="4"/>
                </a:cubicBezTo>
                <a:cubicBezTo>
                  <a:pt x="31" y="4"/>
                  <a:pt x="31" y="4"/>
                  <a:pt x="32" y="4"/>
                </a:cubicBezTo>
                <a:cubicBezTo>
                  <a:pt x="34" y="5"/>
                  <a:pt x="34" y="5"/>
                  <a:pt x="34" y="5"/>
                </a:cubicBezTo>
                <a:cubicBezTo>
                  <a:pt x="34" y="5"/>
                  <a:pt x="34" y="5"/>
                  <a:pt x="34" y="5"/>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nvGrpSpPr>
          <p:cNvPr id="48" name="Group 32"/>
          <p:cNvGrpSpPr/>
          <p:nvPr/>
        </p:nvGrpSpPr>
        <p:grpSpPr>
          <a:xfrm>
            <a:off x="3892670" y="4460434"/>
            <a:ext cx="504789" cy="363745"/>
            <a:chOff x="2713038" y="622300"/>
            <a:chExt cx="431800" cy="311150"/>
          </a:xfrm>
          <a:solidFill>
            <a:schemeClr val="bg1"/>
          </a:solidFill>
        </p:grpSpPr>
        <p:sp>
          <p:nvSpPr>
            <p:cNvPr id="49" name="Freeform 16"/>
            <p:cNvSpPr/>
            <p:nvPr/>
          </p:nvSpPr>
          <p:spPr bwMode="auto">
            <a:xfrm>
              <a:off x="2713038" y="654050"/>
              <a:ext cx="185738" cy="247650"/>
            </a:xfrm>
            <a:custGeom>
              <a:avLst/>
              <a:gdLst>
                <a:gd name="T0" fmla="*/ 44 w 48"/>
                <a:gd name="T1" fmla="*/ 56 h 64"/>
                <a:gd name="T2" fmla="*/ 8 w 48"/>
                <a:gd name="T3" fmla="*/ 56 h 64"/>
                <a:gd name="T4" fmla="*/ 8 w 48"/>
                <a:gd name="T5" fmla="*/ 8 h 64"/>
                <a:gd name="T6" fmla="*/ 40 w 48"/>
                <a:gd name="T7" fmla="*/ 8 h 64"/>
                <a:gd name="T8" fmla="*/ 44 w 48"/>
                <a:gd name="T9" fmla="*/ 4 h 64"/>
                <a:gd name="T10" fmla="*/ 40 w 48"/>
                <a:gd name="T11" fmla="*/ 0 h 64"/>
                <a:gd name="T12" fmla="*/ 8 w 48"/>
                <a:gd name="T13" fmla="*/ 0 h 64"/>
                <a:gd name="T14" fmla="*/ 0 w 48"/>
                <a:gd name="T15" fmla="*/ 8 h 64"/>
                <a:gd name="T16" fmla="*/ 0 w 48"/>
                <a:gd name="T17" fmla="*/ 56 h 64"/>
                <a:gd name="T18" fmla="*/ 8 w 48"/>
                <a:gd name="T19" fmla="*/ 64 h 64"/>
                <a:gd name="T20" fmla="*/ 44 w 48"/>
                <a:gd name="T21" fmla="*/ 64 h 64"/>
                <a:gd name="T22" fmla="*/ 48 w 48"/>
                <a:gd name="T23" fmla="*/ 60 h 64"/>
                <a:gd name="T24" fmla="*/ 44 w 48"/>
                <a:gd name="T2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64">
                  <a:moveTo>
                    <a:pt x="44" y="56"/>
                  </a:moveTo>
                  <a:cubicBezTo>
                    <a:pt x="8" y="56"/>
                    <a:pt x="8" y="56"/>
                    <a:pt x="8" y="56"/>
                  </a:cubicBezTo>
                  <a:cubicBezTo>
                    <a:pt x="8" y="8"/>
                    <a:pt x="8" y="8"/>
                    <a:pt x="8" y="8"/>
                  </a:cubicBezTo>
                  <a:cubicBezTo>
                    <a:pt x="40" y="8"/>
                    <a:pt x="40" y="8"/>
                    <a:pt x="40" y="8"/>
                  </a:cubicBezTo>
                  <a:cubicBezTo>
                    <a:pt x="42" y="8"/>
                    <a:pt x="44" y="6"/>
                    <a:pt x="44" y="4"/>
                  </a:cubicBezTo>
                  <a:cubicBezTo>
                    <a:pt x="44" y="2"/>
                    <a:pt x="42" y="0"/>
                    <a:pt x="40" y="0"/>
                  </a:cubicBezTo>
                  <a:cubicBezTo>
                    <a:pt x="8" y="0"/>
                    <a:pt x="8" y="0"/>
                    <a:pt x="8" y="0"/>
                  </a:cubicBezTo>
                  <a:cubicBezTo>
                    <a:pt x="4" y="0"/>
                    <a:pt x="0" y="4"/>
                    <a:pt x="0" y="8"/>
                  </a:cubicBezTo>
                  <a:cubicBezTo>
                    <a:pt x="0" y="56"/>
                    <a:pt x="0" y="56"/>
                    <a:pt x="0" y="56"/>
                  </a:cubicBezTo>
                  <a:cubicBezTo>
                    <a:pt x="0" y="60"/>
                    <a:pt x="4" y="64"/>
                    <a:pt x="8" y="64"/>
                  </a:cubicBezTo>
                  <a:cubicBezTo>
                    <a:pt x="44" y="64"/>
                    <a:pt x="44" y="64"/>
                    <a:pt x="44" y="64"/>
                  </a:cubicBezTo>
                  <a:cubicBezTo>
                    <a:pt x="46" y="64"/>
                    <a:pt x="48" y="62"/>
                    <a:pt x="48" y="60"/>
                  </a:cubicBezTo>
                  <a:cubicBezTo>
                    <a:pt x="48" y="58"/>
                    <a:pt x="46" y="56"/>
                    <a:pt x="4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2" name="Freeform 17"/>
            <p:cNvSpPr/>
            <p:nvPr/>
          </p:nvSpPr>
          <p:spPr bwMode="auto">
            <a:xfrm>
              <a:off x="2944813" y="654050"/>
              <a:ext cx="200025" cy="247650"/>
            </a:xfrm>
            <a:custGeom>
              <a:avLst/>
              <a:gdLst>
                <a:gd name="T0" fmla="*/ 44 w 52"/>
                <a:gd name="T1" fmla="*/ 16 h 64"/>
                <a:gd name="T2" fmla="*/ 44 w 52"/>
                <a:gd name="T3" fmla="*/ 8 h 64"/>
                <a:gd name="T4" fmla="*/ 36 w 52"/>
                <a:gd name="T5" fmla="*/ 0 h 64"/>
                <a:gd name="T6" fmla="*/ 4 w 52"/>
                <a:gd name="T7" fmla="*/ 0 h 64"/>
                <a:gd name="T8" fmla="*/ 0 w 52"/>
                <a:gd name="T9" fmla="*/ 4 h 64"/>
                <a:gd name="T10" fmla="*/ 4 w 52"/>
                <a:gd name="T11" fmla="*/ 8 h 64"/>
                <a:gd name="T12" fmla="*/ 36 w 52"/>
                <a:gd name="T13" fmla="*/ 8 h 64"/>
                <a:gd name="T14" fmla="*/ 36 w 52"/>
                <a:gd name="T15" fmla="*/ 20 h 64"/>
                <a:gd name="T16" fmla="*/ 36 w 52"/>
                <a:gd name="T17" fmla="*/ 44 h 64"/>
                <a:gd name="T18" fmla="*/ 36 w 52"/>
                <a:gd name="T19" fmla="*/ 56 h 64"/>
                <a:gd name="T20" fmla="*/ 8 w 52"/>
                <a:gd name="T21" fmla="*/ 56 h 64"/>
                <a:gd name="T22" fmla="*/ 4 w 52"/>
                <a:gd name="T23" fmla="*/ 60 h 64"/>
                <a:gd name="T24" fmla="*/ 8 w 52"/>
                <a:gd name="T25" fmla="*/ 64 h 64"/>
                <a:gd name="T26" fmla="*/ 36 w 52"/>
                <a:gd name="T27" fmla="*/ 64 h 64"/>
                <a:gd name="T28" fmla="*/ 44 w 52"/>
                <a:gd name="T29" fmla="*/ 56 h 64"/>
                <a:gd name="T30" fmla="*/ 44 w 52"/>
                <a:gd name="T31" fmla="*/ 48 h 64"/>
                <a:gd name="T32" fmla="*/ 52 w 52"/>
                <a:gd name="T33" fmla="*/ 40 h 64"/>
                <a:gd name="T34" fmla="*/ 52 w 52"/>
                <a:gd name="T35" fmla="*/ 24 h 64"/>
                <a:gd name="T36" fmla="*/ 44 w 52"/>
                <a:gd name="T37" fmla="*/ 1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64">
                  <a:moveTo>
                    <a:pt x="44" y="16"/>
                  </a:moveTo>
                  <a:cubicBezTo>
                    <a:pt x="44" y="8"/>
                    <a:pt x="44" y="8"/>
                    <a:pt x="44" y="8"/>
                  </a:cubicBezTo>
                  <a:cubicBezTo>
                    <a:pt x="44" y="4"/>
                    <a:pt x="40" y="0"/>
                    <a:pt x="36" y="0"/>
                  </a:cubicBezTo>
                  <a:cubicBezTo>
                    <a:pt x="4" y="0"/>
                    <a:pt x="4" y="0"/>
                    <a:pt x="4" y="0"/>
                  </a:cubicBezTo>
                  <a:cubicBezTo>
                    <a:pt x="2" y="0"/>
                    <a:pt x="0" y="2"/>
                    <a:pt x="0" y="4"/>
                  </a:cubicBezTo>
                  <a:cubicBezTo>
                    <a:pt x="0" y="6"/>
                    <a:pt x="2" y="8"/>
                    <a:pt x="4" y="8"/>
                  </a:cubicBezTo>
                  <a:cubicBezTo>
                    <a:pt x="36" y="8"/>
                    <a:pt x="36" y="8"/>
                    <a:pt x="36" y="8"/>
                  </a:cubicBezTo>
                  <a:cubicBezTo>
                    <a:pt x="36" y="20"/>
                    <a:pt x="36" y="20"/>
                    <a:pt x="36" y="20"/>
                  </a:cubicBezTo>
                  <a:cubicBezTo>
                    <a:pt x="36" y="44"/>
                    <a:pt x="36" y="44"/>
                    <a:pt x="36" y="44"/>
                  </a:cubicBezTo>
                  <a:cubicBezTo>
                    <a:pt x="36" y="56"/>
                    <a:pt x="36" y="56"/>
                    <a:pt x="36" y="56"/>
                  </a:cubicBezTo>
                  <a:cubicBezTo>
                    <a:pt x="8" y="56"/>
                    <a:pt x="8" y="56"/>
                    <a:pt x="8" y="56"/>
                  </a:cubicBezTo>
                  <a:cubicBezTo>
                    <a:pt x="6" y="56"/>
                    <a:pt x="4" y="58"/>
                    <a:pt x="4" y="60"/>
                  </a:cubicBezTo>
                  <a:cubicBezTo>
                    <a:pt x="4" y="62"/>
                    <a:pt x="6" y="64"/>
                    <a:pt x="8" y="64"/>
                  </a:cubicBezTo>
                  <a:cubicBezTo>
                    <a:pt x="36" y="64"/>
                    <a:pt x="36" y="64"/>
                    <a:pt x="36" y="64"/>
                  </a:cubicBezTo>
                  <a:cubicBezTo>
                    <a:pt x="40" y="64"/>
                    <a:pt x="44" y="60"/>
                    <a:pt x="44" y="56"/>
                  </a:cubicBezTo>
                  <a:cubicBezTo>
                    <a:pt x="44" y="48"/>
                    <a:pt x="44" y="48"/>
                    <a:pt x="44" y="48"/>
                  </a:cubicBezTo>
                  <a:cubicBezTo>
                    <a:pt x="48" y="48"/>
                    <a:pt x="52" y="44"/>
                    <a:pt x="52" y="40"/>
                  </a:cubicBezTo>
                  <a:cubicBezTo>
                    <a:pt x="52" y="24"/>
                    <a:pt x="52" y="24"/>
                    <a:pt x="52" y="24"/>
                  </a:cubicBezTo>
                  <a:cubicBezTo>
                    <a:pt x="52" y="20"/>
                    <a:pt x="48" y="16"/>
                    <a:pt x="44"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3" name="Freeform 18"/>
            <p:cNvSpPr/>
            <p:nvPr/>
          </p:nvSpPr>
          <p:spPr bwMode="auto">
            <a:xfrm>
              <a:off x="2836863" y="622300"/>
              <a:ext cx="169863" cy="311150"/>
            </a:xfrm>
            <a:custGeom>
              <a:avLst/>
              <a:gdLst>
                <a:gd name="T0" fmla="*/ 107 w 107"/>
                <a:gd name="T1" fmla="*/ 78 h 196"/>
                <a:gd name="T2" fmla="*/ 58 w 107"/>
                <a:gd name="T3" fmla="*/ 78 h 196"/>
                <a:gd name="T4" fmla="*/ 58 w 107"/>
                <a:gd name="T5" fmla="*/ 0 h 196"/>
                <a:gd name="T6" fmla="*/ 0 w 107"/>
                <a:gd name="T7" fmla="*/ 117 h 196"/>
                <a:gd name="T8" fmla="*/ 49 w 107"/>
                <a:gd name="T9" fmla="*/ 117 h 196"/>
                <a:gd name="T10" fmla="*/ 49 w 107"/>
                <a:gd name="T11" fmla="*/ 196 h 196"/>
                <a:gd name="T12" fmla="*/ 107 w 107"/>
                <a:gd name="T13" fmla="*/ 78 h 196"/>
              </a:gdLst>
              <a:ahLst/>
              <a:cxnLst>
                <a:cxn ang="0">
                  <a:pos x="T0" y="T1"/>
                </a:cxn>
                <a:cxn ang="0">
                  <a:pos x="T2" y="T3"/>
                </a:cxn>
                <a:cxn ang="0">
                  <a:pos x="T4" y="T5"/>
                </a:cxn>
                <a:cxn ang="0">
                  <a:pos x="T6" y="T7"/>
                </a:cxn>
                <a:cxn ang="0">
                  <a:pos x="T8" y="T9"/>
                </a:cxn>
                <a:cxn ang="0">
                  <a:pos x="T10" y="T11"/>
                </a:cxn>
                <a:cxn ang="0">
                  <a:pos x="T12" y="T13"/>
                </a:cxn>
              </a:cxnLst>
              <a:rect l="0" t="0" r="r" b="b"/>
              <a:pathLst>
                <a:path w="107" h="196">
                  <a:moveTo>
                    <a:pt x="107" y="78"/>
                  </a:moveTo>
                  <a:lnTo>
                    <a:pt x="58" y="78"/>
                  </a:lnTo>
                  <a:lnTo>
                    <a:pt x="58" y="0"/>
                  </a:lnTo>
                  <a:lnTo>
                    <a:pt x="0" y="117"/>
                  </a:lnTo>
                  <a:lnTo>
                    <a:pt x="49" y="117"/>
                  </a:lnTo>
                  <a:lnTo>
                    <a:pt x="49" y="196"/>
                  </a:lnTo>
                  <a:lnTo>
                    <a:pt x="107" y="7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grpSp>
        <p:nvGrpSpPr>
          <p:cNvPr id="57" name="Group 36"/>
          <p:cNvGrpSpPr/>
          <p:nvPr/>
        </p:nvGrpSpPr>
        <p:grpSpPr>
          <a:xfrm>
            <a:off x="4354334" y="2782485"/>
            <a:ext cx="432502" cy="444548"/>
            <a:chOff x="7742238" y="3649663"/>
            <a:chExt cx="627062" cy="644526"/>
          </a:xfrm>
          <a:solidFill>
            <a:schemeClr val="bg1"/>
          </a:solidFill>
        </p:grpSpPr>
        <p:sp>
          <p:nvSpPr>
            <p:cNvPr id="59" name="Freeform 14"/>
            <p:cNvSpPr/>
            <p:nvPr/>
          </p:nvSpPr>
          <p:spPr bwMode="auto">
            <a:xfrm>
              <a:off x="7742238" y="3649663"/>
              <a:ext cx="542925" cy="541338"/>
            </a:xfrm>
            <a:custGeom>
              <a:avLst/>
              <a:gdLst>
                <a:gd name="T0" fmla="*/ 76 w 142"/>
                <a:gd name="T1" fmla="*/ 130 h 142"/>
                <a:gd name="T2" fmla="*/ 71 w 142"/>
                <a:gd name="T3" fmla="*/ 130 h 142"/>
                <a:gd name="T4" fmla="*/ 12 w 142"/>
                <a:gd name="T5" fmla="*/ 71 h 142"/>
                <a:gd name="T6" fmla="*/ 71 w 142"/>
                <a:gd name="T7" fmla="*/ 12 h 142"/>
                <a:gd name="T8" fmla="*/ 130 w 142"/>
                <a:gd name="T9" fmla="*/ 71 h 142"/>
                <a:gd name="T10" fmla="*/ 129 w 142"/>
                <a:gd name="T11" fmla="*/ 81 h 142"/>
                <a:gd name="T12" fmla="*/ 140 w 142"/>
                <a:gd name="T13" fmla="*/ 85 h 142"/>
                <a:gd name="T14" fmla="*/ 142 w 142"/>
                <a:gd name="T15" fmla="*/ 71 h 142"/>
                <a:gd name="T16" fmla="*/ 71 w 142"/>
                <a:gd name="T17" fmla="*/ 0 h 142"/>
                <a:gd name="T18" fmla="*/ 0 w 142"/>
                <a:gd name="T19" fmla="*/ 71 h 142"/>
                <a:gd name="T20" fmla="*/ 71 w 142"/>
                <a:gd name="T21" fmla="*/ 142 h 142"/>
                <a:gd name="T22" fmla="*/ 80 w 142"/>
                <a:gd name="T23" fmla="*/ 141 h 142"/>
                <a:gd name="T24" fmla="*/ 76 w 142"/>
                <a:gd name="T25" fmla="*/ 1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 h="142">
                  <a:moveTo>
                    <a:pt x="76" y="130"/>
                  </a:moveTo>
                  <a:cubicBezTo>
                    <a:pt x="74" y="130"/>
                    <a:pt x="73" y="130"/>
                    <a:pt x="71" y="130"/>
                  </a:cubicBezTo>
                  <a:cubicBezTo>
                    <a:pt x="38" y="130"/>
                    <a:pt x="12" y="104"/>
                    <a:pt x="12" y="71"/>
                  </a:cubicBezTo>
                  <a:cubicBezTo>
                    <a:pt x="12" y="38"/>
                    <a:pt x="38" y="12"/>
                    <a:pt x="71" y="12"/>
                  </a:cubicBezTo>
                  <a:cubicBezTo>
                    <a:pt x="103" y="12"/>
                    <a:pt x="130" y="38"/>
                    <a:pt x="130" y="71"/>
                  </a:cubicBezTo>
                  <a:cubicBezTo>
                    <a:pt x="130" y="74"/>
                    <a:pt x="129" y="78"/>
                    <a:pt x="129" y="81"/>
                  </a:cubicBezTo>
                  <a:cubicBezTo>
                    <a:pt x="140" y="85"/>
                    <a:pt x="140" y="85"/>
                    <a:pt x="140" y="85"/>
                  </a:cubicBezTo>
                  <a:cubicBezTo>
                    <a:pt x="141" y="80"/>
                    <a:pt x="142" y="76"/>
                    <a:pt x="142" y="71"/>
                  </a:cubicBezTo>
                  <a:cubicBezTo>
                    <a:pt x="142" y="32"/>
                    <a:pt x="110" y="0"/>
                    <a:pt x="71" y="0"/>
                  </a:cubicBezTo>
                  <a:cubicBezTo>
                    <a:pt x="32" y="0"/>
                    <a:pt x="0" y="32"/>
                    <a:pt x="0" y="71"/>
                  </a:cubicBezTo>
                  <a:cubicBezTo>
                    <a:pt x="0" y="110"/>
                    <a:pt x="32" y="142"/>
                    <a:pt x="71" y="142"/>
                  </a:cubicBezTo>
                  <a:cubicBezTo>
                    <a:pt x="74" y="142"/>
                    <a:pt x="77" y="142"/>
                    <a:pt x="80" y="141"/>
                  </a:cubicBezTo>
                  <a:lnTo>
                    <a:pt x="76" y="1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1" name="Freeform 15"/>
            <p:cNvSpPr>
              <a:spLocks noEditPoints="1"/>
            </p:cNvSpPr>
            <p:nvPr/>
          </p:nvSpPr>
          <p:spPr bwMode="auto">
            <a:xfrm>
              <a:off x="7883525" y="3798888"/>
              <a:ext cx="260350" cy="258763"/>
            </a:xfrm>
            <a:custGeom>
              <a:avLst/>
              <a:gdLst>
                <a:gd name="T0" fmla="*/ 34 w 68"/>
                <a:gd name="T1" fmla="*/ 68 h 68"/>
                <a:gd name="T2" fmla="*/ 0 w 68"/>
                <a:gd name="T3" fmla="*/ 34 h 68"/>
                <a:gd name="T4" fmla="*/ 34 w 68"/>
                <a:gd name="T5" fmla="*/ 0 h 68"/>
                <a:gd name="T6" fmla="*/ 68 w 68"/>
                <a:gd name="T7" fmla="*/ 34 h 68"/>
                <a:gd name="T8" fmla="*/ 34 w 68"/>
                <a:gd name="T9" fmla="*/ 68 h 68"/>
                <a:gd name="T10" fmla="*/ 34 w 68"/>
                <a:gd name="T11" fmla="*/ 12 h 68"/>
                <a:gd name="T12" fmla="*/ 12 w 68"/>
                <a:gd name="T13" fmla="*/ 34 h 68"/>
                <a:gd name="T14" fmla="*/ 34 w 68"/>
                <a:gd name="T15" fmla="*/ 56 h 68"/>
                <a:gd name="T16" fmla="*/ 56 w 68"/>
                <a:gd name="T17" fmla="*/ 34 h 68"/>
                <a:gd name="T18" fmla="*/ 34 w 68"/>
                <a:gd name="T19" fmla="*/ 1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68">
                  <a:moveTo>
                    <a:pt x="34" y="68"/>
                  </a:moveTo>
                  <a:cubicBezTo>
                    <a:pt x="16" y="68"/>
                    <a:pt x="0" y="52"/>
                    <a:pt x="0" y="34"/>
                  </a:cubicBezTo>
                  <a:cubicBezTo>
                    <a:pt x="0" y="15"/>
                    <a:pt x="16" y="0"/>
                    <a:pt x="34" y="0"/>
                  </a:cubicBezTo>
                  <a:cubicBezTo>
                    <a:pt x="53" y="0"/>
                    <a:pt x="68" y="15"/>
                    <a:pt x="68" y="34"/>
                  </a:cubicBezTo>
                  <a:cubicBezTo>
                    <a:pt x="68" y="52"/>
                    <a:pt x="53" y="68"/>
                    <a:pt x="34" y="68"/>
                  </a:cubicBezTo>
                  <a:close/>
                  <a:moveTo>
                    <a:pt x="34" y="12"/>
                  </a:moveTo>
                  <a:cubicBezTo>
                    <a:pt x="22" y="12"/>
                    <a:pt x="12" y="22"/>
                    <a:pt x="12" y="34"/>
                  </a:cubicBezTo>
                  <a:cubicBezTo>
                    <a:pt x="12" y="46"/>
                    <a:pt x="22" y="56"/>
                    <a:pt x="34" y="56"/>
                  </a:cubicBezTo>
                  <a:cubicBezTo>
                    <a:pt x="46" y="56"/>
                    <a:pt x="56" y="46"/>
                    <a:pt x="56" y="34"/>
                  </a:cubicBezTo>
                  <a:cubicBezTo>
                    <a:pt x="56" y="22"/>
                    <a:pt x="46" y="12"/>
                    <a:pt x="3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63" name="Freeform 16"/>
            <p:cNvSpPr/>
            <p:nvPr/>
          </p:nvSpPr>
          <p:spPr bwMode="auto">
            <a:xfrm>
              <a:off x="7999413" y="3921126"/>
              <a:ext cx="369887" cy="373063"/>
            </a:xfrm>
            <a:custGeom>
              <a:avLst/>
              <a:gdLst>
                <a:gd name="T0" fmla="*/ 233 w 233"/>
                <a:gd name="T1" fmla="*/ 204 h 235"/>
                <a:gd name="T2" fmla="*/ 137 w 233"/>
                <a:gd name="T3" fmla="*/ 110 h 235"/>
                <a:gd name="T4" fmla="*/ 214 w 233"/>
                <a:gd name="T5" fmla="*/ 74 h 235"/>
                <a:gd name="T6" fmla="*/ 0 w 233"/>
                <a:gd name="T7" fmla="*/ 0 h 235"/>
                <a:gd name="T8" fmla="*/ 72 w 233"/>
                <a:gd name="T9" fmla="*/ 218 h 235"/>
                <a:gd name="T10" fmla="*/ 108 w 233"/>
                <a:gd name="T11" fmla="*/ 141 h 235"/>
                <a:gd name="T12" fmla="*/ 202 w 233"/>
                <a:gd name="T13" fmla="*/ 235 h 235"/>
                <a:gd name="T14" fmla="*/ 233 w 233"/>
                <a:gd name="T15" fmla="*/ 204 h 235"/>
                <a:gd name="T16" fmla="*/ 233 w 233"/>
                <a:gd name="T17" fmla="*/ 204 h 235"/>
                <a:gd name="T18" fmla="*/ 233 w 233"/>
                <a:gd name="T19" fmla="*/ 20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235">
                  <a:moveTo>
                    <a:pt x="233" y="204"/>
                  </a:moveTo>
                  <a:lnTo>
                    <a:pt x="137" y="110"/>
                  </a:lnTo>
                  <a:lnTo>
                    <a:pt x="214" y="74"/>
                  </a:lnTo>
                  <a:lnTo>
                    <a:pt x="0" y="0"/>
                  </a:lnTo>
                  <a:lnTo>
                    <a:pt x="72" y="218"/>
                  </a:lnTo>
                  <a:lnTo>
                    <a:pt x="108" y="141"/>
                  </a:lnTo>
                  <a:lnTo>
                    <a:pt x="202" y="235"/>
                  </a:lnTo>
                  <a:lnTo>
                    <a:pt x="233" y="204"/>
                  </a:lnTo>
                  <a:lnTo>
                    <a:pt x="233" y="204"/>
                  </a:lnTo>
                  <a:lnTo>
                    <a:pt x="233" y="2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69" name="文本框 68"/>
          <p:cNvSpPr txBox="1"/>
          <p:nvPr/>
        </p:nvSpPr>
        <p:spPr>
          <a:xfrm>
            <a:off x="6316292" y="2109064"/>
            <a:ext cx="4453307" cy="705258"/>
          </a:xfrm>
          <a:prstGeom prst="rect">
            <a:avLst/>
          </a:prstGeom>
          <a:noFill/>
        </p:spPr>
        <p:txBody>
          <a:bodyPr wrap="square" rtlCol="0">
            <a:spAutoFit/>
          </a:bodyPr>
          <a:lstStyle/>
          <a:p>
            <a:pPr>
              <a:lnSpc>
                <a:spcPct val="150000"/>
              </a:lnSpc>
            </a:pPr>
            <a:r>
              <a:rPr lang="en-US" altLang="zh-CN" sz="1400"/>
              <a:t>Your text is already full of words, but the information is complex and needs to be expressed in more words.</a:t>
            </a:r>
            <a:endParaRPr lang="zh-CN" altLang="en-US" sz="1400" dirty="0"/>
          </a:p>
        </p:txBody>
      </p:sp>
      <p:sp>
        <p:nvSpPr>
          <p:cNvPr id="71" name="矩形 70"/>
          <p:cNvSpPr/>
          <p:nvPr/>
        </p:nvSpPr>
        <p:spPr>
          <a:xfrm>
            <a:off x="6316292" y="1708954"/>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77" name="文本框 76"/>
          <p:cNvSpPr txBox="1"/>
          <p:nvPr/>
        </p:nvSpPr>
        <p:spPr>
          <a:xfrm>
            <a:off x="6316292" y="3673887"/>
            <a:ext cx="4453307" cy="705258"/>
          </a:xfrm>
          <a:prstGeom prst="rect">
            <a:avLst/>
          </a:prstGeom>
          <a:noFill/>
        </p:spPr>
        <p:txBody>
          <a:bodyPr wrap="square" rtlCol="0">
            <a:spAutoFit/>
          </a:bodyPr>
          <a:lstStyle/>
          <a:p>
            <a:pPr>
              <a:lnSpc>
                <a:spcPct val="150000"/>
              </a:lnSpc>
            </a:pPr>
            <a:r>
              <a:rPr lang="en-US" altLang="zh-CN" sz="1400"/>
              <a:t>Your text is already full of words, but the information is complex and needs to be expressed in more words.</a:t>
            </a:r>
            <a:endParaRPr lang="zh-CN" altLang="en-US" sz="1400" dirty="0"/>
          </a:p>
        </p:txBody>
      </p:sp>
      <p:sp>
        <p:nvSpPr>
          <p:cNvPr id="78" name="矩形 77"/>
          <p:cNvSpPr/>
          <p:nvPr/>
        </p:nvSpPr>
        <p:spPr>
          <a:xfrm>
            <a:off x="6316292" y="3273777"/>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79" name="文本框 78"/>
          <p:cNvSpPr txBox="1"/>
          <p:nvPr/>
        </p:nvSpPr>
        <p:spPr>
          <a:xfrm>
            <a:off x="6316292" y="5237749"/>
            <a:ext cx="4453307" cy="705258"/>
          </a:xfrm>
          <a:prstGeom prst="rect">
            <a:avLst/>
          </a:prstGeom>
          <a:noFill/>
        </p:spPr>
        <p:txBody>
          <a:bodyPr wrap="square" rtlCol="0">
            <a:spAutoFit/>
          </a:bodyPr>
          <a:lstStyle/>
          <a:p>
            <a:pPr>
              <a:lnSpc>
                <a:spcPct val="150000"/>
              </a:lnSpc>
            </a:pPr>
            <a:r>
              <a:rPr lang="en-US" altLang="zh-CN" sz="1400"/>
              <a:t>Your text is already full of words, but the information is complex and needs to be expressed in more words.</a:t>
            </a:r>
            <a:endParaRPr lang="zh-CN" altLang="en-US" sz="1400" dirty="0"/>
          </a:p>
        </p:txBody>
      </p:sp>
      <p:sp>
        <p:nvSpPr>
          <p:cNvPr id="80" name="矩形 79"/>
          <p:cNvSpPr/>
          <p:nvPr/>
        </p:nvSpPr>
        <p:spPr>
          <a:xfrm>
            <a:off x="6316292" y="4837639"/>
            <a:ext cx="2235345" cy="369332"/>
          </a:xfrm>
          <a:prstGeom prst="rect">
            <a:avLst/>
          </a:prstGeom>
        </p:spPr>
        <p:txBody>
          <a:bodyPr wrap="square">
            <a:spAutoFit/>
          </a:bodyPr>
          <a:lstStyle/>
          <a:p>
            <a:r>
              <a:rPr lang="en-US" altLang="zh-CN">
                <a:solidFill>
                  <a:schemeClr val="tx1">
                    <a:lumMod val="65000"/>
                    <a:lumOff val="35000"/>
                  </a:schemeClr>
                </a:solidFill>
                <a:latin typeface="Arial" panose="020B0604020202020204" pitchFamily="34" charset="0"/>
                <a:cs typeface="Arial" panose="020B0604020202020204" pitchFamily="34" charset="0"/>
              </a:rPr>
              <a:t>ENTER TITLE </a:t>
            </a:r>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14499" y="0"/>
            <a:ext cx="12206499" cy="6858000"/>
          </a:xfrm>
          <a:prstGeom prst="rect">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32035" y="209657"/>
            <a:ext cx="11713431" cy="6438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rot="13203176">
            <a:off x="10819822" y="554636"/>
            <a:ext cx="1847974" cy="1771309"/>
            <a:chOff x="4251960" y="1930401"/>
            <a:chExt cx="1271967" cy="1219198"/>
          </a:xfrm>
        </p:grpSpPr>
        <p:sp>
          <p:nvSpPr>
            <p:cNvPr id="15" name="任意多边形: 形状 14"/>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rgbClr val="AFAE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rot="2220864">
            <a:off x="1354219" y="-823666"/>
            <a:ext cx="1374405" cy="1317386"/>
            <a:chOff x="4251960" y="1930401"/>
            <a:chExt cx="1271967" cy="1219198"/>
          </a:xfrm>
        </p:grpSpPr>
        <p:sp>
          <p:nvSpPr>
            <p:cNvPr id="19" name="任意多边形: 形状 18"/>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任意多边形: 形状 26"/>
          <p:cNvSpPr/>
          <p:nvPr/>
        </p:nvSpPr>
        <p:spPr>
          <a:xfrm>
            <a:off x="7677030" y="542302"/>
            <a:ext cx="1660053" cy="273704"/>
          </a:xfrm>
          <a:custGeom>
            <a:avLst/>
            <a:gdLst>
              <a:gd name="connsiteX0" fmla="*/ 0 w 2358190"/>
              <a:gd name="connsiteY0" fmla="*/ 385011 h 394636"/>
              <a:gd name="connsiteX1" fmla="*/ 317634 w 2358190"/>
              <a:gd name="connsiteY1" fmla="*/ 9626 h 394636"/>
              <a:gd name="connsiteX2" fmla="*/ 548640 w 2358190"/>
              <a:gd name="connsiteY2" fmla="*/ 336885 h 394636"/>
              <a:gd name="connsiteX3" fmla="*/ 866274 w 2358190"/>
              <a:gd name="connsiteY3" fmla="*/ 0 h 394636"/>
              <a:gd name="connsiteX4" fmla="*/ 1174282 w 2358190"/>
              <a:gd name="connsiteY4" fmla="*/ 365760 h 394636"/>
              <a:gd name="connsiteX5" fmla="*/ 1520792 w 2358190"/>
              <a:gd name="connsiteY5" fmla="*/ 19251 h 394636"/>
              <a:gd name="connsiteX6" fmla="*/ 1732548 w 2358190"/>
              <a:gd name="connsiteY6" fmla="*/ 365760 h 394636"/>
              <a:gd name="connsiteX7" fmla="*/ 2040556 w 2358190"/>
              <a:gd name="connsiteY7" fmla="*/ 0 h 394636"/>
              <a:gd name="connsiteX8" fmla="*/ 2358190 w 2358190"/>
              <a:gd name="connsiteY8" fmla="*/ 394636 h 39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190" h="394636">
                <a:moveTo>
                  <a:pt x="0" y="385011"/>
                </a:moveTo>
                <a:lnTo>
                  <a:pt x="317634" y="9626"/>
                </a:lnTo>
                <a:lnTo>
                  <a:pt x="548640" y="336885"/>
                </a:lnTo>
                <a:lnTo>
                  <a:pt x="866274" y="0"/>
                </a:lnTo>
                <a:lnTo>
                  <a:pt x="1174282" y="365760"/>
                </a:lnTo>
                <a:lnTo>
                  <a:pt x="1520792" y="19251"/>
                </a:lnTo>
                <a:lnTo>
                  <a:pt x="1732548" y="365760"/>
                </a:lnTo>
                <a:lnTo>
                  <a:pt x="2040556" y="0"/>
                </a:lnTo>
                <a:lnTo>
                  <a:pt x="2358190" y="394636"/>
                </a:lnTo>
              </a:path>
            </a:pathLst>
          </a:custGeom>
          <a:noFill/>
          <a:ln w="603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rot="8209406">
            <a:off x="4051854" y="294471"/>
            <a:ext cx="840421" cy="805555"/>
            <a:chOff x="4251960" y="1930401"/>
            <a:chExt cx="1271967" cy="1219198"/>
          </a:xfrm>
          <a:solidFill>
            <a:schemeClr val="bg1"/>
          </a:solidFill>
        </p:grpSpPr>
        <p:sp>
          <p:nvSpPr>
            <p:cNvPr id="37" name="任意多边形: 形状 36"/>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grpFill/>
            <a:ln w="9525">
              <a:solidFill>
                <a:srgbClr val="1BA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等号 49"/>
          <p:cNvSpPr/>
          <p:nvPr/>
        </p:nvSpPr>
        <p:spPr>
          <a:xfrm rot="8247213">
            <a:off x="10099081" y="238894"/>
            <a:ext cx="824729" cy="444551"/>
          </a:xfrm>
          <a:prstGeom prst="mathEqual">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加号 50"/>
          <p:cNvSpPr/>
          <p:nvPr/>
        </p:nvSpPr>
        <p:spPr>
          <a:xfrm>
            <a:off x="416972" y="1793527"/>
            <a:ext cx="485982" cy="485982"/>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加号 52"/>
          <p:cNvSpPr/>
          <p:nvPr/>
        </p:nvSpPr>
        <p:spPr>
          <a:xfrm>
            <a:off x="8806480" y="6126901"/>
            <a:ext cx="463926" cy="463926"/>
          </a:xfrm>
          <a:prstGeom prst="mathPlus">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a:off x="538371" y="514176"/>
            <a:ext cx="243185" cy="1133193"/>
            <a:chOff x="75227" y="-1793439"/>
            <a:chExt cx="243185" cy="1133193"/>
          </a:xfrm>
        </p:grpSpPr>
        <p:sp>
          <p:nvSpPr>
            <p:cNvPr id="54" name="等腰三角形 53"/>
            <p:cNvSpPr/>
            <p:nvPr/>
          </p:nvSpPr>
          <p:spPr>
            <a:xfrm flipV="1">
              <a:off x="75227" y="-1793439"/>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flipV="1">
              <a:off x="75227" y="-1302068"/>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等腰三角形 55"/>
            <p:cNvSpPr/>
            <p:nvPr/>
          </p:nvSpPr>
          <p:spPr>
            <a:xfrm flipV="1">
              <a:off x="75227" y="-810697"/>
              <a:ext cx="243185" cy="150451"/>
            </a:xfrm>
            <a:prstGeom prst="triangle">
              <a:avLst/>
            </a:prstGeom>
            <a:solidFill>
              <a:schemeClr val="bg1"/>
            </a:solidFill>
            <a:ln w="25400">
              <a:solidFill>
                <a:srgbClr val="63B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椭圆 57"/>
          <p:cNvSpPr/>
          <p:nvPr/>
        </p:nvSpPr>
        <p:spPr>
          <a:xfrm>
            <a:off x="7031282" y="5524638"/>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7296650" y="1039453"/>
            <a:ext cx="211820" cy="211820"/>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057962" y="3517570"/>
            <a:ext cx="394635" cy="394635"/>
          </a:xfrm>
          <a:prstGeom prst="ellipse">
            <a:avLst/>
          </a:prstGeom>
          <a:solidFill>
            <a:srgbClr val="F8B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4435487">
            <a:off x="5357674" y="6063139"/>
            <a:ext cx="394635" cy="394635"/>
          </a:xfrm>
          <a:prstGeom prst="ellipse">
            <a:avLst/>
          </a:prstGeom>
          <a:noFill/>
          <a:ln w="28575">
            <a:solidFill>
              <a:srgbClr val="F8B1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rot="2674305">
            <a:off x="7698319" y="4945250"/>
            <a:ext cx="240096" cy="987855"/>
          </a:xfrm>
          <a:prstGeom prst="roundRect">
            <a:avLst>
              <a:gd name="adj" fmla="val 50000"/>
            </a:avLst>
          </a:prstGeom>
          <a:solidFill>
            <a:srgbClr val="EE9B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rot="2674305">
            <a:off x="6701036" y="887439"/>
            <a:ext cx="182603" cy="622055"/>
          </a:xfrm>
          <a:prstGeom prst="roundRect">
            <a:avLst>
              <a:gd name="adj" fmla="val 50000"/>
            </a:avLst>
          </a:prstGeom>
          <a:solidFill>
            <a:srgbClr val="63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弦形 70"/>
          <p:cNvSpPr/>
          <p:nvPr/>
        </p:nvSpPr>
        <p:spPr>
          <a:xfrm rot="723094">
            <a:off x="2282411" y="1318866"/>
            <a:ext cx="672217" cy="672217"/>
          </a:xfrm>
          <a:prstGeom prst="chord">
            <a:avLst>
              <a:gd name="adj1" fmla="val 9494204"/>
              <a:gd name="adj2" fmla="val 21136447"/>
            </a:avLst>
          </a:prstGeom>
          <a:solidFill>
            <a:srgbClr val="A3D7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弦形 71"/>
          <p:cNvSpPr/>
          <p:nvPr/>
        </p:nvSpPr>
        <p:spPr>
          <a:xfrm rot="5554340">
            <a:off x="9783139" y="4297040"/>
            <a:ext cx="573800" cy="573800"/>
          </a:xfrm>
          <a:prstGeom prst="chord">
            <a:avLst>
              <a:gd name="adj1" fmla="val 11023998"/>
              <a:gd name="adj2" fmla="val 21136447"/>
            </a:avLst>
          </a:prstGeom>
          <a:solidFill>
            <a:srgbClr val="AFA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0469945" y="6149851"/>
            <a:ext cx="1117040" cy="324607"/>
            <a:chOff x="10608552" y="-937905"/>
            <a:chExt cx="1117040" cy="324607"/>
          </a:xfrm>
        </p:grpSpPr>
        <p:sp>
          <p:nvSpPr>
            <p:cNvPr id="73" name="等腰三角形 72"/>
            <p:cNvSpPr/>
            <p:nvPr/>
          </p:nvSpPr>
          <p:spPr>
            <a:xfrm rot="5400000" flipH="1" flipV="1">
              <a:off x="10557951"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p:cNvSpPr/>
            <p:nvPr/>
          </p:nvSpPr>
          <p:spPr>
            <a:xfrm rot="5400000" flipH="1" flipV="1">
              <a:off x="11003487"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等腰三角形 74"/>
            <p:cNvSpPr/>
            <p:nvPr/>
          </p:nvSpPr>
          <p:spPr>
            <a:xfrm rot="5400000" flipH="1" flipV="1">
              <a:off x="11451586" y="-887304"/>
              <a:ext cx="324607" cy="223405"/>
            </a:xfrm>
            <a:prstGeom prst="triangle">
              <a:avLst/>
            </a:prstGeom>
            <a:solidFill>
              <a:srgbClr val="F8B1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矩形 79"/>
          <p:cNvSpPr/>
          <p:nvPr/>
        </p:nvSpPr>
        <p:spPr>
          <a:xfrm>
            <a:off x="2279532" y="1676720"/>
            <a:ext cx="7621434" cy="3498912"/>
          </a:xfrm>
          <a:prstGeom prst="rect">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ndParaRPr>
          </a:p>
        </p:txBody>
      </p:sp>
      <p:sp>
        <p:nvSpPr>
          <p:cNvPr id="81" name="文本框 80"/>
          <p:cNvSpPr txBox="1"/>
          <p:nvPr/>
        </p:nvSpPr>
        <p:spPr>
          <a:xfrm>
            <a:off x="2674536" y="2383467"/>
            <a:ext cx="6831426" cy="1015663"/>
          </a:xfrm>
          <a:prstGeom prst="rect">
            <a:avLst/>
          </a:prstGeom>
          <a:noFill/>
        </p:spPr>
        <p:txBody>
          <a:bodyPr wrap="square" rtlCol="0">
            <a:spAutoFit/>
          </a:bodyPr>
          <a:lstStyle/>
          <a:p>
            <a:pPr algn="ctr"/>
            <a:r>
              <a:rPr lang="en-US" altLang="zh-CN" sz="6000">
                <a:solidFill>
                  <a:schemeClr val="tx1">
                    <a:lumMod val="50000"/>
                    <a:lumOff val="50000"/>
                  </a:schemeClr>
                </a:solidFill>
                <a:latin typeface="Arial" panose="020B0604020202020204" pitchFamily="34" charset="0"/>
                <a:cs typeface="Arial" panose="020B0604020202020204" pitchFamily="34" charset="0"/>
              </a:rPr>
              <a:t>The end , thanks</a:t>
            </a:r>
            <a:endParaRPr lang="zh-CN" altLang="en-US" sz="6000">
              <a:solidFill>
                <a:schemeClr val="tx1">
                  <a:lumMod val="50000"/>
                  <a:lumOff val="50000"/>
                </a:schemeClr>
              </a:solidFill>
              <a:latin typeface="Arial" panose="020B0604020202020204" pitchFamily="34" charset="0"/>
              <a:cs typeface="Arial" panose="020B0604020202020204" pitchFamily="34" charset="0"/>
            </a:endParaRPr>
          </a:p>
        </p:txBody>
      </p:sp>
      <p:sp>
        <p:nvSpPr>
          <p:cNvPr id="82" name="文本框 81"/>
          <p:cNvSpPr txBox="1"/>
          <p:nvPr>
            <p:custDataLst>
              <p:tags r:id="rId1"/>
            </p:custDataLst>
          </p:nvPr>
        </p:nvSpPr>
        <p:spPr>
          <a:xfrm>
            <a:off x="2550065" y="3541180"/>
            <a:ext cx="7080368" cy="773738"/>
          </a:xfrm>
          <a:prstGeom prst="rect">
            <a:avLst/>
          </a:prstGeom>
        </p:spPr>
        <p:txBody>
          <a:bodyPr wrap="square">
            <a:spAutoFit/>
          </a:bodyPr>
          <a:lstStyle>
            <a:defPPr>
              <a:defRPr lang="zh-CN"/>
            </a:defPPr>
            <a:lvl1pPr>
              <a:lnSpc>
                <a:spcPct val="130000"/>
              </a:lnSpc>
              <a:spcBef>
                <a:spcPts val="1200"/>
              </a:spcBef>
              <a:buClr>
                <a:schemeClr val="accent6"/>
              </a:buClr>
              <a:defRPr sz="140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defRPr>
            </a:lvl1pPr>
          </a:lstStyle>
          <a:p>
            <a:pPr algn="ctr">
              <a:lnSpc>
                <a:spcPct val="200000"/>
              </a:lnSpc>
            </a:pPr>
            <a:r>
              <a:rPr lang="en-US" altLang="zh-CN" sz="1200" dirty="0">
                <a:ea typeface="Arial" panose="020B0604020202020204" pitchFamily="34" charset="0"/>
              </a:rPr>
              <a:t>Click here to add the text, the text is the refinement of your thought, in order to finally demonstrate the good effect of the release, please try to explain the point of view as succinctly as possible.</a:t>
            </a:r>
            <a:endParaRPr lang="zh-CN" altLang="en-US" sz="1200" dirty="0">
              <a:ea typeface="Arial" panose="020B0604020202020204" pitchFamily="34" charset="0"/>
            </a:endParaRPr>
          </a:p>
        </p:txBody>
      </p:sp>
      <p:grpSp>
        <p:nvGrpSpPr>
          <p:cNvPr id="10" name="组合 9"/>
          <p:cNvGrpSpPr/>
          <p:nvPr/>
        </p:nvGrpSpPr>
        <p:grpSpPr>
          <a:xfrm rot="14992916">
            <a:off x="-1053103" y="3922946"/>
            <a:ext cx="4212431" cy="4037672"/>
            <a:chOff x="4251960" y="1930401"/>
            <a:chExt cx="1271967" cy="1219198"/>
          </a:xfrm>
        </p:grpSpPr>
        <p:sp>
          <p:nvSpPr>
            <p:cNvPr id="11" name="任意多边形: 形状 10"/>
            <p:cNvSpPr/>
            <p:nvPr/>
          </p:nvSpPr>
          <p:spPr>
            <a:xfrm>
              <a:off x="4251960" y="2274146"/>
              <a:ext cx="802640" cy="875453"/>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33213 w 802640"/>
                <a:gd name="connsiteY0-2" fmla="*/ 140124 h 858520"/>
                <a:gd name="connsiteX1-3" fmla="*/ 228600 w 802640"/>
                <a:gd name="connsiteY1-4" fmla="*/ 254000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33213 w 802640"/>
                <a:gd name="connsiteY6-14" fmla="*/ 140124 h 858520"/>
                <a:gd name="connsiteX0-15" fmla="*/ 733213 w 802640"/>
                <a:gd name="connsiteY0-16" fmla="*/ 157057 h 875453"/>
                <a:gd name="connsiteX1-17" fmla="*/ 228600 w 802640"/>
                <a:gd name="connsiteY1-18" fmla="*/ 270933 h 875453"/>
                <a:gd name="connsiteX2-19" fmla="*/ 802640 w 802640"/>
                <a:gd name="connsiteY2-20" fmla="*/ 834813 h 875453"/>
                <a:gd name="connsiteX3-21" fmla="*/ 670560 w 802640"/>
                <a:gd name="connsiteY3-22" fmla="*/ 875453 h 875453"/>
                <a:gd name="connsiteX4-23" fmla="*/ 0 w 802640"/>
                <a:gd name="connsiteY4-24" fmla="*/ 184573 h 875453"/>
                <a:gd name="connsiteX5-25" fmla="*/ 784437 w 802640"/>
                <a:gd name="connsiteY5-26" fmla="*/ 0 h 875453"/>
                <a:gd name="connsiteX6-27" fmla="*/ 733213 w 802640"/>
                <a:gd name="connsiteY6-28" fmla="*/ 157057 h 875453"/>
                <a:gd name="connsiteX0-29" fmla="*/ 737446 w 802640"/>
                <a:gd name="connsiteY0-30" fmla="*/ 154940 h 875453"/>
                <a:gd name="connsiteX1-31" fmla="*/ 228600 w 802640"/>
                <a:gd name="connsiteY1-32" fmla="*/ 270933 h 875453"/>
                <a:gd name="connsiteX2-33" fmla="*/ 802640 w 802640"/>
                <a:gd name="connsiteY2-34" fmla="*/ 834813 h 875453"/>
                <a:gd name="connsiteX3-35" fmla="*/ 670560 w 802640"/>
                <a:gd name="connsiteY3-36" fmla="*/ 875453 h 875453"/>
                <a:gd name="connsiteX4-37" fmla="*/ 0 w 802640"/>
                <a:gd name="connsiteY4-38" fmla="*/ 184573 h 875453"/>
                <a:gd name="connsiteX5-39" fmla="*/ 784437 w 802640"/>
                <a:gd name="connsiteY5-40" fmla="*/ 0 h 875453"/>
                <a:gd name="connsiteX6-41" fmla="*/ 737446 w 802640"/>
                <a:gd name="connsiteY6-42" fmla="*/ 154940 h 875453"/>
                <a:gd name="connsiteX0-43" fmla="*/ 737446 w 802640"/>
                <a:gd name="connsiteY0-44" fmla="*/ 154940 h 875453"/>
                <a:gd name="connsiteX1-45" fmla="*/ 228600 w 802640"/>
                <a:gd name="connsiteY1-46" fmla="*/ 270933 h 875453"/>
                <a:gd name="connsiteX2-47" fmla="*/ 802640 w 802640"/>
                <a:gd name="connsiteY2-48" fmla="*/ 834813 h 875453"/>
                <a:gd name="connsiteX3-49" fmla="*/ 670560 w 802640"/>
                <a:gd name="connsiteY3-50" fmla="*/ 875453 h 875453"/>
                <a:gd name="connsiteX4-51" fmla="*/ 0 w 802640"/>
                <a:gd name="connsiteY4-52" fmla="*/ 184573 h 875453"/>
                <a:gd name="connsiteX5-53" fmla="*/ 784437 w 802640"/>
                <a:gd name="connsiteY5-54" fmla="*/ 0 h 875453"/>
                <a:gd name="connsiteX6-55" fmla="*/ 737446 w 802640"/>
                <a:gd name="connsiteY6-56" fmla="*/ 154940 h 8754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75453">
                  <a:moveTo>
                    <a:pt x="737446" y="154940"/>
                  </a:moveTo>
                  <a:lnTo>
                    <a:pt x="228600" y="270933"/>
                  </a:lnTo>
                  <a:lnTo>
                    <a:pt x="802640" y="834813"/>
                  </a:lnTo>
                  <a:lnTo>
                    <a:pt x="670560" y="875453"/>
                  </a:lnTo>
                  <a:lnTo>
                    <a:pt x="0" y="184573"/>
                  </a:lnTo>
                  <a:lnTo>
                    <a:pt x="784437" y="0"/>
                  </a:lnTo>
                  <a:cubicBezTo>
                    <a:pt x="785001" y="46708"/>
                    <a:pt x="747465" y="108232"/>
                    <a:pt x="737446" y="154940"/>
                  </a:cubicBezTo>
                  <a:close/>
                </a:path>
              </a:pathLst>
            </a:custGeom>
            <a:solidFill>
              <a:srgbClr val="A3D7D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rot="7362619">
              <a:off x="4393771" y="1902461"/>
              <a:ext cx="802640" cy="858520"/>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42240 h 858520"/>
                <a:gd name="connsiteX1-31" fmla="*/ 218109 w 802640"/>
                <a:gd name="connsiteY1-32" fmla="*/ 249417 h 858520"/>
                <a:gd name="connsiteX2-33" fmla="*/ 802640 w 802640"/>
                <a:gd name="connsiteY2-34" fmla="*/ 817880 h 858520"/>
                <a:gd name="connsiteX3-35" fmla="*/ 670560 w 802640"/>
                <a:gd name="connsiteY3-36" fmla="*/ 858520 h 858520"/>
                <a:gd name="connsiteX4-37" fmla="*/ 0 w 802640"/>
                <a:gd name="connsiteY4-38" fmla="*/ 167640 h 858520"/>
                <a:gd name="connsiteX5-39" fmla="*/ 731520 w 802640"/>
                <a:gd name="connsiteY5-40" fmla="*/ 0 h 858520"/>
                <a:gd name="connsiteX6-41" fmla="*/ 716280 w 802640"/>
                <a:gd name="connsiteY6-42" fmla="*/ 142240 h 858520"/>
                <a:gd name="connsiteX0-43" fmla="*/ 716280 w 802640"/>
                <a:gd name="connsiteY0-44" fmla="*/ 142240 h 858520"/>
                <a:gd name="connsiteX1-45" fmla="*/ 218109 w 802640"/>
                <a:gd name="connsiteY1-46" fmla="*/ 249417 h 858520"/>
                <a:gd name="connsiteX2-47" fmla="*/ 802640 w 802640"/>
                <a:gd name="connsiteY2-48" fmla="*/ 817880 h 858520"/>
                <a:gd name="connsiteX3-49" fmla="*/ 670560 w 802640"/>
                <a:gd name="connsiteY3-50" fmla="*/ 858520 h 858520"/>
                <a:gd name="connsiteX4-51" fmla="*/ 0 w 802640"/>
                <a:gd name="connsiteY4-52" fmla="*/ 167640 h 858520"/>
                <a:gd name="connsiteX5-53" fmla="*/ 731520 w 802640"/>
                <a:gd name="connsiteY5-54" fmla="*/ 0 h 858520"/>
                <a:gd name="connsiteX6-55" fmla="*/ 716280 w 802640"/>
                <a:gd name="connsiteY6-56" fmla="*/ 142240 h 858520"/>
                <a:gd name="connsiteX0-57" fmla="*/ 715005 w 802640"/>
                <a:gd name="connsiteY0-58" fmla="*/ 148089 h 858520"/>
                <a:gd name="connsiteX1-59" fmla="*/ 218109 w 802640"/>
                <a:gd name="connsiteY1-60" fmla="*/ 249417 h 858520"/>
                <a:gd name="connsiteX2-61" fmla="*/ 802640 w 802640"/>
                <a:gd name="connsiteY2-62" fmla="*/ 817880 h 858520"/>
                <a:gd name="connsiteX3-63" fmla="*/ 670560 w 802640"/>
                <a:gd name="connsiteY3-64" fmla="*/ 858520 h 858520"/>
                <a:gd name="connsiteX4-65" fmla="*/ 0 w 802640"/>
                <a:gd name="connsiteY4-66" fmla="*/ 167640 h 858520"/>
                <a:gd name="connsiteX5-67" fmla="*/ 731520 w 802640"/>
                <a:gd name="connsiteY5-68" fmla="*/ 0 h 858520"/>
                <a:gd name="connsiteX6-69" fmla="*/ 715005 w 802640"/>
                <a:gd name="connsiteY6-70" fmla="*/ 148089 h 858520"/>
                <a:gd name="connsiteX0-71" fmla="*/ 715005 w 802640"/>
                <a:gd name="connsiteY0-72" fmla="*/ 148089 h 858520"/>
                <a:gd name="connsiteX1-73" fmla="*/ 218109 w 802640"/>
                <a:gd name="connsiteY1-74" fmla="*/ 249417 h 858520"/>
                <a:gd name="connsiteX2-75" fmla="*/ 802640 w 802640"/>
                <a:gd name="connsiteY2-76" fmla="*/ 817880 h 858520"/>
                <a:gd name="connsiteX3-77" fmla="*/ 670560 w 802640"/>
                <a:gd name="connsiteY3-78" fmla="*/ 858520 h 858520"/>
                <a:gd name="connsiteX4-79" fmla="*/ 0 w 802640"/>
                <a:gd name="connsiteY4-80" fmla="*/ 167640 h 858520"/>
                <a:gd name="connsiteX5-81" fmla="*/ 731520 w 802640"/>
                <a:gd name="connsiteY5-82" fmla="*/ 0 h 858520"/>
                <a:gd name="connsiteX6-83" fmla="*/ 715005 w 802640"/>
                <a:gd name="connsiteY6-84" fmla="*/ 148089 h 8585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02640" h="858520">
                  <a:moveTo>
                    <a:pt x="715005" y="148089"/>
                  </a:moveTo>
                  <a:cubicBezTo>
                    <a:pt x="557347" y="173389"/>
                    <a:pt x="367948" y="217817"/>
                    <a:pt x="218109" y="249417"/>
                  </a:cubicBezTo>
                  <a:lnTo>
                    <a:pt x="802640" y="817880"/>
                  </a:lnTo>
                  <a:lnTo>
                    <a:pt x="670560" y="858520"/>
                  </a:lnTo>
                  <a:lnTo>
                    <a:pt x="0" y="167640"/>
                  </a:lnTo>
                  <a:lnTo>
                    <a:pt x="731520" y="0"/>
                  </a:lnTo>
                  <a:lnTo>
                    <a:pt x="715005" y="148089"/>
                  </a:lnTo>
                  <a:close/>
                </a:path>
              </a:pathLst>
            </a:custGeom>
            <a:solidFill>
              <a:srgbClr val="F8B1C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rot="14238300">
              <a:off x="4678478" y="2180209"/>
              <a:ext cx="784444" cy="906454"/>
            </a:xfrm>
            <a:custGeom>
              <a:avLst/>
              <a:gdLst>
                <a:gd name="connsiteX0" fmla="*/ 716280 w 802640"/>
                <a:gd name="connsiteY0" fmla="*/ 142240 h 858520"/>
                <a:gd name="connsiteX1" fmla="*/ 228600 w 802640"/>
                <a:gd name="connsiteY1" fmla="*/ 254000 h 858520"/>
                <a:gd name="connsiteX2" fmla="*/ 802640 w 802640"/>
                <a:gd name="connsiteY2" fmla="*/ 817880 h 858520"/>
                <a:gd name="connsiteX3" fmla="*/ 670560 w 802640"/>
                <a:gd name="connsiteY3" fmla="*/ 858520 h 858520"/>
                <a:gd name="connsiteX4" fmla="*/ 0 w 802640"/>
                <a:gd name="connsiteY4" fmla="*/ 167640 h 858520"/>
                <a:gd name="connsiteX5" fmla="*/ 731520 w 802640"/>
                <a:gd name="connsiteY5" fmla="*/ 0 h 858520"/>
                <a:gd name="connsiteX6" fmla="*/ 716280 w 802640"/>
                <a:gd name="connsiteY6" fmla="*/ 142240 h 858520"/>
                <a:gd name="connsiteX0-1" fmla="*/ 716280 w 802640"/>
                <a:gd name="connsiteY0-2" fmla="*/ 142240 h 858520"/>
                <a:gd name="connsiteX1-3" fmla="*/ 271886 w 802640"/>
                <a:gd name="connsiteY1-4" fmla="*/ 297895 h 858520"/>
                <a:gd name="connsiteX2-5" fmla="*/ 802640 w 802640"/>
                <a:gd name="connsiteY2-6" fmla="*/ 817880 h 858520"/>
                <a:gd name="connsiteX3-7" fmla="*/ 670560 w 802640"/>
                <a:gd name="connsiteY3-8" fmla="*/ 858520 h 858520"/>
                <a:gd name="connsiteX4-9" fmla="*/ 0 w 802640"/>
                <a:gd name="connsiteY4-10" fmla="*/ 167640 h 858520"/>
                <a:gd name="connsiteX5-11" fmla="*/ 731520 w 802640"/>
                <a:gd name="connsiteY5-12" fmla="*/ 0 h 858520"/>
                <a:gd name="connsiteX6-13" fmla="*/ 716280 w 802640"/>
                <a:gd name="connsiteY6-14" fmla="*/ 142240 h 858520"/>
                <a:gd name="connsiteX0-15" fmla="*/ 716280 w 802640"/>
                <a:gd name="connsiteY0-16" fmla="*/ 142240 h 858520"/>
                <a:gd name="connsiteX1-17" fmla="*/ 271886 w 802640"/>
                <a:gd name="connsiteY1-18" fmla="*/ 297895 h 858520"/>
                <a:gd name="connsiteX2-19" fmla="*/ 802640 w 802640"/>
                <a:gd name="connsiteY2-20" fmla="*/ 817880 h 858520"/>
                <a:gd name="connsiteX3-21" fmla="*/ 670560 w 802640"/>
                <a:gd name="connsiteY3-22" fmla="*/ 858520 h 858520"/>
                <a:gd name="connsiteX4-23" fmla="*/ 0 w 802640"/>
                <a:gd name="connsiteY4-24" fmla="*/ 167640 h 858520"/>
                <a:gd name="connsiteX5-25" fmla="*/ 731520 w 802640"/>
                <a:gd name="connsiteY5-26" fmla="*/ 0 h 858520"/>
                <a:gd name="connsiteX6-27" fmla="*/ 716280 w 802640"/>
                <a:gd name="connsiteY6-28" fmla="*/ 142240 h 858520"/>
                <a:gd name="connsiteX0-29" fmla="*/ 716280 w 802640"/>
                <a:gd name="connsiteY0-30" fmla="*/ 162975 h 879255"/>
                <a:gd name="connsiteX1-31" fmla="*/ 271886 w 802640"/>
                <a:gd name="connsiteY1-32" fmla="*/ 318630 h 879255"/>
                <a:gd name="connsiteX2-33" fmla="*/ 802640 w 802640"/>
                <a:gd name="connsiteY2-34" fmla="*/ 838615 h 879255"/>
                <a:gd name="connsiteX3-35" fmla="*/ 670560 w 802640"/>
                <a:gd name="connsiteY3-36" fmla="*/ 879255 h 879255"/>
                <a:gd name="connsiteX4-37" fmla="*/ 0 w 802640"/>
                <a:gd name="connsiteY4-38" fmla="*/ 188375 h 879255"/>
                <a:gd name="connsiteX5-39" fmla="*/ 784444 w 802640"/>
                <a:gd name="connsiteY5-40" fmla="*/ 0 h 879255"/>
                <a:gd name="connsiteX6-41" fmla="*/ 716280 w 802640"/>
                <a:gd name="connsiteY6-42" fmla="*/ 162975 h 879255"/>
                <a:gd name="connsiteX0-43" fmla="*/ 725054 w 802640"/>
                <a:gd name="connsiteY0-44" fmla="*/ 161061 h 879255"/>
                <a:gd name="connsiteX1-45" fmla="*/ 271886 w 802640"/>
                <a:gd name="connsiteY1-46" fmla="*/ 318630 h 879255"/>
                <a:gd name="connsiteX2-47" fmla="*/ 802640 w 802640"/>
                <a:gd name="connsiteY2-48" fmla="*/ 838615 h 879255"/>
                <a:gd name="connsiteX3-49" fmla="*/ 670560 w 802640"/>
                <a:gd name="connsiteY3-50" fmla="*/ 879255 h 879255"/>
                <a:gd name="connsiteX4-51" fmla="*/ 0 w 802640"/>
                <a:gd name="connsiteY4-52" fmla="*/ 188375 h 879255"/>
                <a:gd name="connsiteX5-53" fmla="*/ 784444 w 802640"/>
                <a:gd name="connsiteY5-54" fmla="*/ 0 h 879255"/>
                <a:gd name="connsiteX6-55" fmla="*/ 725054 w 802640"/>
                <a:gd name="connsiteY6-56" fmla="*/ 161061 h 879255"/>
                <a:gd name="connsiteX0-57" fmla="*/ 725054 w 802640"/>
                <a:gd name="connsiteY0-58" fmla="*/ 161061 h 879255"/>
                <a:gd name="connsiteX1-59" fmla="*/ 300780 w 802640"/>
                <a:gd name="connsiteY1-60" fmla="*/ 308881 h 879255"/>
                <a:gd name="connsiteX2-61" fmla="*/ 802640 w 802640"/>
                <a:gd name="connsiteY2-62" fmla="*/ 838615 h 879255"/>
                <a:gd name="connsiteX3-63" fmla="*/ 670560 w 802640"/>
                <a:gd name="connsiteY3-64" fmla="*/ 879255 h 879255"/>
                <a:gd name="connsiteX4-65" fmla="*/ 0 w 802640"/>
                <a:gd name="connsiteY4-66" fmla="*/ 188375 h 879255"/>
                <a:gd name="connsiteX5-67" fmla="*/ 784444 w 802640"/>
                <a:gd name="connsiteY5-68" fmla="*/ 0 h 879255"/>
                <a:gd name="connsiteX6-69" fmla="*/ 725054 w 802640"/>
                <a:gd name="connsiteY6-70" fmla="*/ 161061 h 879255"/>
                <a:gd name="connsiteX0-71" fmla="*/ 725054 w 784444"/>
                <a:gd name="connsiteY0-72" fmla="*/ 161061 h 879255"/>
                <a:gd name="connsiteX1-73" fmla="*/ 300780 w 784444"/>
                <a:gd name="connsiteY1-74" fmla="*/ 308881 h 879255"/>
                <a:gd name="connsiteX2-75" fmla="*/ 729261 w 784444"/>
                <a:gd name="connsiteY2-76" fmla="*/ 797174 h 879255"/>
                <a:gd name="connsiteX3-77" fmla="*/ 670560 w 784444"/>
                <a:gd name="connsiteY3-78" fmla="*/ 879255 h 879255"/>
                <a:gd name="connsiteX4-79" fmla="*/ 0 w 784444"/>
                <a:gd name="connsiteY4-80" fmla="*/ 188375 h 879255"/>
                <a:gd name="connsiteX5-81" fmla="*/ 784444 w 784444"/>
                <a:gd name="connsiteY5-82" fmla="*/ 0 h 879255"/>
                <a:gd name="connsiteX6-83" fmla="*/ 725054 w 784444"/>
                <a:gd name="connsiteY6-84" fmla="*/ 161061 h 879255"/>
                <a:gd name="connsiteX0-85" fmla="*/ 725054 w 784444"/>
                <a:gd name="connsiteY0-86" fmla="*/ 161061 h 879255"/>
                <a:gd name="connsiteX1-87" fmla="*/ 300780 w 784444"/>
                <a:gd name="connsiteY1-88" fmla="*/ 308881 h 879255"/>
                <a:gd name="connsiteX2-89" fmla="*/ 726067 w 784444"/>
                <a:gd name="connsiteY2-90" fmla="*/ 866806 h 879255"/>
                <a:gd name="connsiteX3-91" fmla="*/ 670560 w 784444"/>
                <a:gd name="connsiteY3-92" fmla="*/ 879255 h 879255"/>
                <a:gd name="connsiteX4-93" fmla="*/ 0 w 784444"/>
                <a:gd name="connsiteY4-94" fmla="*/ 188375 h 879255"/>
                <a:gd name="connsiteX5-95" fmla="*/ 784444 w 784444"/>
                <a:gd name="connsiteY5-96" fmla="*/ 0 h 879255"/>
                <a:gd name="connsiteX6-97" fmla="*/ 725054 w 784444"/>
                <a:gd name="connsiteY6-98" fmla="*/ 161061 h 879255"/>
                <a:gd name="connsiteX0-99" fmla="*/ 725054 w 784444"/>
                <a:gd name="connsiteY0-100" fmla="*/ 161061 h 906454"/>
                <a:gd name="connsiteX1-101" fmla="*/ 300780 w 784444"/>
                <a:gd name="connsiteY1-102" fmla="*/ 308881 h 906454"/>
                <a:gd name="connsiteX2-103" fmla="*/ 726067 w 784444"/>
                <a:gd name="connsiteY2-104" fmla="*/ 866806 h 906454"/>
                <a:gd name="connsiteX3-105" fmla="*/ 651216 w 784444"/>
                <a:gd name="connsiteY3-106" fmla="*/ 906454 h 906454"/>
                <a:gd name="connsiteX4-107" fmla="*/ 0 w 784444"/>
                <a:gd name="connsiteY4-108" fmla="*/ 188375 h 906454"/>
                <a:gd name="connsiteX5-109" fmla="*/ 784444 w 784444"/>
                <a:gd name="connsiteY5-110" fmla="*/ 0 h 906454"/>
                <a:gd name="connsiteX6-111" fmla="*/ 725054 w 784444"/>
                <a:gd name="connsiteY6-112" fmla="*/ 161061 h 9064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784444" h="906454">
                  <a:moveTo>
                    <a:pt x="725054" y="161061"/>
                  </a:moveTo>
                  <a:cubicBezTo>
                    <a:pt x="576923" y="212946"/>
                    <a:pt x="446435" y="247266"/>
                    <a:pt x="300780" y="308881"/>
                  </a:cubicBezTo>
                  <a:lnTo>
                    <a:pt x="726067" y="866806"/>
                  </a:lnTo>
                  <a:lnTo>
                    <a:pt x="651216" y="906454"/>
                  </a:lnTo>
                  <a:lnTo>
                    <a:pt x="0" y="188375"/>
                  </a:lnTo>
                  <a:lnTo>
                    <a:pt x="784444" y="0"/>
                  </a:lnTo>
                  <a:lnTo>
                    <a:pt x="725054" y="161061"/>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tags/tag1.xml><?xml version="1.0" encoding="utf-8"?>
<p:tagLst xmlns:p="http://schemas.openxmlformats.org/presentationml/2006/main">
  <p:tag name="KSO_WM_UNIT_TEXT_PART_ID" val="4-a"/>
  <p:tag name="KSO_WM_UNIT_TEXT_PART_ID_V2" val="d-4-1"/>
  <p:tag name="ORIWIDTHHEIGHT" val="854.5068,25.15"/>
</p:tagLst>
</file>

<file path=ppt/tags/tag2.xml><?xml version="1.0" encoding="utf-8"?>
<p:tagLst xmlns:p="http://schemas.openxmlformats.org/presentationml/2006/main">
  <p:tag name="KSO_WM_UNIT_TEXT_PART_ID" val="4-a"/>
  <p:tag name="KSO_WM_UNIT_TEXT_PART_ID_V2" val="d-4-1"/>
  <p:tag name="ORIWIDTHHEIGHT" val="854.5068,25.15"/>
</p:tagLst>
</file>

<file path=ppt/tags/tag3.xml><?xml version="1.0" encoding="utf-8"?>
<p:tagLst xmlns:p="http://schemas.openxmlformats.org/presentationml/2006/main">
  <p:tag name="KSO_WM_UNIT_TEXT_PART_ID" val="1-a"/>
  <p:tag name="KSO_WM_UNIT_TEXT_PART_ID_V2" val="d-1-1"/>
  <p:tag name="ORIWIDTHHEIGHT" val="224.5,25.15"/>
</p:tagLst>
</file>

<file path=ppt/tags/tag4.xml><?xml version="1.0" encoding="utf-8"?>
<p:tagLst xmlns:p="http://schemas.openxmlformats.org/presentationml/2006/main">
  <p:tag name="KSO_WM_UNIT_TEXT_PART_ID" val="1-a"/>
  <p:tag name="KSO_WM_UNIT_TEXT_PART_ID_V2" val="d-1-1"/>
  <p:tag name="ORIWIDTHHEIGHT" val="224.5,25.15"/>
</p:tagLst>
</file>

<file path=ppt/tags/tag5.xml><?xml version="1.0" encoding="utf-8"?>
<p:tagLst xmlns:p="http://schemas.openxmlformats.org/presentationml/2006/main">
  <p:tag name="KSO_WM_UNIT_TEXT_PART_ID" val="1-a"/>
  <p:tag name="KSO_WM_UNIT_TEXT_PART_ID_V2" val="d-1-1"/>
  <p:tag name="ORIWIDTHHEIGHT" val="224.5,25.15"/>
</p:tagLst>
</file>

<file path=ppt/tags/tag6.xml><?xml version="1.0" encoding="utf-8"?>
<p:tagLst xmlns:p="http://schemas.openxmlformats.org/presentationml/2006/main">
  <p:tag name="KSO_WM_UNIT_TEXT_PART_ID" val="1-a"/>
  <p:tag name="KSO_WM_UNIT_TEXT_PART_ID_V2" val="d-1-1"/>
  <p:tag name="ORIWIDTHHEIGHT" val="224.5,25.15"/>
</p:tagLst>
</file>

<file path=ppt/tags/tag7.xml><?xml version="1.0" encoding="utf-8"?>
<p:tagLst xmlns:p="http://schemas.openxmlformats.org/presentationml/2006/main">
  <p:tag name="KSO_WM_UNIT_TEXT_PART_ID" val="4-a"/>
  <p:tag name="KSO_WM_UNIT_TEXT_PART_ID_V2" val="d-4-1"/>
  <p:tag name="ORIWIDTHHEIGHT" val="854.5068,25.15"/>
</p:tagLst>
</file>

<file path=ppt/tags/tag8.xml><?xml version="1.0" encoding="utf-8"?>
<p:tagLst xmlns:p="http://schemas.openxmlformats.org/presentationml/2006/main">
  <p:tag name="KSO_WM_UNIT_TEXT_PART_ID" val="4-a"/>
  <p:tag name="KSO_WM_UNIT_TEXT_PART_ID_V2" val="d-4-1"/>
  <p:tag name="ORIWIDTHHEIGHT" val="854.5068,25.15"/>
</p:tagLst>
</file>

<file path=ppt/tags/tag9.xml><?xml version="1.0" encoding="utf-8"?>
<p:tagLst xmlns:p="http://schemas.openxmlformats.org/presentationml/2006/main">
  <p:tag name="KSO_WM_UNIT_TEXT_PART_ID" val="4-a"/>
  <p:tag name="KSO_WM_UNIT_TEXT_PART_ID_V2" val="d-4-1"/>
  <p:tag name="ORIWIDTHHEIGHT" val="854.5068,25.15"/>
</p:tagLst>
</file>

<file path=ppt/tags/tag10.xml><?xml version="1.0" encoding="utf-8"?>
<p:tagLst xmlns:p="http://schemas.openxmlformats.org/presentationml/2006/main">
  <p:tag name="KSO_WM_UNIT_TEXT_PART_ID" val="4-a"/>
  <p:tag name="KSO_WM_UNIT_TEXT_PART_ID_V2" val="d-4-1"/>
  <p:tag name="ORIWIDTHHEIGHT" val="854.5068,25.15"/>
</p:tagLst>
</file>

<file path=ppt/tags/tag11.xml><?xml version="1.0" encoding="utf-8"?>
<p:tagLst xmlns:p="http://schemas.openxmlformats.org/presentationml/2006/main">
  <p:tag name="KSO_WM_UNIT_TEXT_PART_ID" val="4-a"/>
  <p:tag name="KSO_WM_UNIT_TEXT_PART_ID_V2" val="d-4-1"/>
  <p:tag name="ORIWIDTHHEIGHT" val="854.5068,25.15"/>
</p:tagLst>
</file>

<file path=ppt/tags/tag12.xml><?xml version="1.0" encoding="utf-8"?>
<p:tagLst xmlns:p="http://schemas.openxmlformats.org/presentationml/2006/main">
  <p:tag name="KSO_WM_UNIT_TEXT_PART_ID" val="4-a"/>
  <p:tag name="KSO_WM_UNIT_TEXT_PART_ID_V2" val="d-4-1"/>
  <p:tag name="ORIWIDTHHEIGHT" val="854.5068,25.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5207</Words>
  <Application>WPS 演示</Application>
  <PresentationFormat>宽屏</PresentationFormat>
  <Paragraphs>262</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宋体</vt:lpstr>
      <vt:lpstr>Wingdings</vt:lpstr>
      <vt:lpstr>Open Sans</vt:lpstr>
      <vt:lpstr>Segoe Print</vt:lpstr>
      <vt:lpstr>Gill Sans</vt:lpstr>
      <vt:lpstr>Helvetica Neue Light</vt:lpstr>
      <vt:lpstr>Helvetica Neue</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p:lastModifiedBy>
  <cp:revision>15</cp:revision>
  <dcterms:created xsi:type="dcterms:W3CDTF">2019-12-08T12:40:00Z</dcterms:created>
  <dcterms:modified xsi:type="dcterms:W3CDTF">2026-05-22T03:40:19Z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KSOTemplateUUID">
    <vt:lpwstr>v1.0_mb_P3cwG3U5zfNqtsi3FUaqSw==</vt:lpwstr>
  </property>
  <property fmtid="{D5CDD505-2E9C-101B-9397-08002B2CF9AE}" pid="4" name="ICV">
    <vt:lpwstr>484728D2163F472391F0DDE46BE62D83_11</vt:lpwstr>
  </property>
</Properties>
</file>